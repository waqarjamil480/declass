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2"/>
  </p:notesMasterIdLst>
  <p:handoutMasterIdLst>
    <p:handoutMasterId r:id="rId43"/>
  </p:handoutMasterIdLst>
  <p:sldIdLst>
    <p:sldId id="256" r:id="rId2"/>
    <p:sldId id="313" r:id="rId3"/>
    <p:sldId id="312" r:id="rId4"/>
    <p:sldId id="310" r:id="rId5"/>
    <p:sldId id="309" r:id="rId6"/>
    <p:sldId id="269" r:id="rId7"/>
    <p:sldId id="311" r:id="rId8"/>
    <p:sldId id="314" r:id="rId9"/>
    <p:sldId id="315" r:id="rId10"/>
    <p:sldId id="257" r:id="rId11"/>
    <p:sldId id="316" r:id="rId12"/>
    <p:sldId id="317" r:id="rId13"/>
    <p:sldId id="318" r:id="rId14"/>
    <p:sldId id="319" r:id="rId15"/>
    <p:sldId id="321" r:id="rId16"/>
    <p:sldId id="320" r:id="rId17"/>
    <p:sldId id="322" r:id="rId18"/>
    <p:sldId id="324" r:id="rId19"/>
    <p:sldId id="323" r:id="rId20"/>
    <p:sldId id="325" r:id="rId21"/>
    <p:sldId id="326" r:id="rId22"/>
    <p:sldId id="327" r:id="rId23"/>
    <p:sldId id="328" r:id="rId24"/>
    <p:sldId id="329" r:id="rId25"/>
    <p:sldId id="330" r:id="rId26"/>
    <p:sldId id="275" r:id="rId27"/>
    <p:sldId id="276" r:id="rId28"/>
    <p:sldId id="278" r:id="rId29"/>
    <p:sldId id="279" r:id="rId30"/>
    <p:sldId id="280" r:id="rId31"/>
    <p:sldId id="282" r:id="rId32"/>
    <p:sldId id="284" r:id="rId33"/>
    <p:sldId id="286" r:id="rId34"/>
    <p:sldId id="287" r:id="rId35"/>
    <p:sldId id="289" r:id="rId36"/>
    <p:sldId id="290" r:id="rId37"/>
    <p:sldId id="291" r:id="rId38"/>
    <p:sldId id="292" r:id="rId39"/>
    <p:sldId id="293" r:id="rId40"/>
    <p:sldId id="308" r:id="rId41"/>
  </p:sldIdLst>
  <p:sldSz cx="9144000" cy="5143500" type="screen16x9"/>
  <p:notesSz cx="6858000" cy="9144000"/>
  <p:embeddedFontLst>
    <p:embeddedFont>
      <p:font typeface="Georgia" panose="02040502050405020303" pitchFamily="18" charset="0"/>
      <p:regular r:id="rId44"/>
      <p:bold r:id="rId45"/>
      <p:italic r:id="rId46"/>
      <p:boldItalic r:id="rId47"/>
    </p:embeddedFont>
    <p:embeddedFont>
      <p:font typeface="Roboto" panose="020F0502020204030204" pitchFamily="2" charset="0"/>
      <p:regular r:id="rId48"/>
      <p:bold r:id="rId49"/>
      <p:italic r:id="rId50"/>
      <p:boldItalic r:id="rId51"/>
    </p:embeddedFont>
    <p:embeddedFont>
      <p:font typeface="Roboto Mono" panose="020F0502020204030204" pitchFamily="49" charset="0"/>
      <p:regular r:id="rId52"/>
      <p:bold r:id="rId53"/>
      <p:italic r:id="rId54"/>
      <p:boldItalic r:id="rId55"/>
    </p:embeddedFont>
    <p:embeddedFont>
      <p:font typeface="Roboto Mono Light" panose="020F0502020204030204" pitchFamily="49" charset="0"/>
      <p:regular r:id="rId56"/>
      <p:bold r:id="rId57"/>
      <p:italic r:id="rId58"/>
      <p:boldItalic r:id="rId59"/>
    </p:embeddedFont>
    <p:embeddedFont>
      <p:font typeface="Roboto Slab" panose="020F0502020204030204" pitchFamily="2" charset="0"/>
      <p:regular r:id="rId60"/>
      <p:bold r:id="rId61"/>
    </p:embeddedFont>
    <p:embeddedFont>
      <p:font typeface="Source Sans Pro" panose="020B0503030403020204" pitchFamily="34" charset="0"/>
      <p:regular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08" autoAdjust="0"/>
  </p:normalViewPr>
  <p:slideViewPr>
    <p:cSldViewPr snapToGrid="0">
      <p:cViewPr varScale="1">
        <p:scale>
          <a:sx n="87" d="100"/>
          <a:sy n="87" d="100"/>
        </p:scale>
        <p:origin x="906" y="72"/>
      </p:cViewPr>
      <p:guideLst/>
    </p:cSldViewPr>
  </p:slideViewPr>
  <p:outlineViewPr>
    <p:cViewPr>
      <p:scale>
        <a:sx n="33" d="100"/>
        <a:sy n="33" d="100"/>
      </p:scale>
      <p:origin x="0" y="-701"/>
    </p:cViewPr>
  </p:outlineViewPr>
  <p:notesTextViewPr>
    <p:cViewPr>
      <p:scale>
        <a:sx n="1" d="1"/>
        <a:sy n="1" d="1"/>
      </p:scale>
      <p:origin x="0" y="0"/>
    </p:cViewPr>
  </p:notesTextViewPr>
  <p:notesViewPr>
    <p:cSldViewPr snapToGrid="0">
      <p:cViewPr varScale="1">
        <p:scale>
          <a:sx n="67" d="100"/>
          <a:sy n="67" d="100"/>
        </p:scale>
        <p:origin x="3120"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A8CAA1-FBCB-46DE-9830-CFF229D16ACD}" type="datetimeFigureOut">
              <a:rPr lang="en-US" smtClean="0"/>
              <a:t>1/30/2026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ACF614-DC62-4B74-9B73-CCE81E446376}" type="slidenum">
              <a:rPr lang="en-US" smtClean="0"/>
              <a:t>‹#›</a:t>
            </a:fld>
            <a:endParaRPr lang="en-US"/>
          </a:p>
        </p:txBody>
      </p:sp>
    </p:spTree>
    <p:extLst>
      <p:ext uri="{BB962C8B-B14F-4D97-AF65-F5344CB8AC3E}">
        <p14:creationId xmlns:p14="http://schemas.microsoft.com/office/powerpoint/2010/main" val="2961905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7255287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053545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614729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00797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767160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48210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124389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885001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809317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21687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672243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037360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268770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131090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253613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583415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6" name="Google Shape;32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519939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3" name="Google Shape;33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707445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0" name="Google Shape;34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160163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5375075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4" name="Google Shape;474;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6947348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700185" y="1991850"/>
            <a:ext cx="5807400" cy="1159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800"/>
              <a:buNone/>
              <a:defRPr sz="5800" b="1">
                <a:latin typeface="+mj-lt"/>
              </a:defRPr>
            </a:lvl1pPr>
            <a:lvl2pPr lvl="1" algn="l">
              <a:lnSpc>
                <a:spcPct val="100000"/>
              </a:lnSpc>
              <a:spcBef>
                <a:spcPts val="0"/>
              </a:spcBef>
              <a:spcAft>
                <a:spcPts val="0"/>
              </a:spcAft>
              <a:buSzPts val="5800"/>
              <a:buNone/>
              <a:defRPr sz="5800" b="1"/>
            </a:lvl2pPr>
            <a:lvl3pPr lvl="2" algn="l">
              <a:lnSpc>
                <a:spcPct val="100000"/>
              </a:lnSpc>
              <a:spcBef>
                <a:spcPts val="0"/>
              </a:spcBef>
              <a:spcAft>
                <a:spcPts val="0"/>
              </a:spcAft>
              <a:buSzPts val="5800"/>
              <a:buNone/>
              <a:defRPr sz="5800" b="1"/>
            </a:lvl3pPr>
            <a:lvl4pPr lvl="3" algn="l">
              <a:lnSpc>
                <a:spcPct val="100000"/>
              </a:lnSpc>
              <a:spcBef>
                <a:spcPts val="0"/>
              </a:spcBef>
              <a:spcAft>
                <a:spcPts val="0"/>
              </a:spcAft>
              <a:buSzPts val="5800"/>
              <a:buNone/>
              <a:defRPr sz="5800" b="1"/>
            </a:lvl4pPr>
            <a:lvl5pPr lvl="4" algn="l">
              <a:lnSpc>
                <a:spcPct val="100000"/>
              </a:lnSpc>
              <a:spcBef>
                <a:spcPts val="0"/>
              </a:spcBef>
              <a:spcAft>
                <a:spcPts val="0"/>
              </a:spcAft>
              <a:buSzPts val="5800"/>
              <a:buNone/>
              <a:defRPr sz="5800" b="1"/>
            </a:lvl5pPr>
            <a:lvl6pPr lvl="5" algn="l">
              <a:lnSpc>
                <a:spcPct val="100000"/>
              </a:lnSpc>
              <a:spcBef>
                <a:spcPts val="0"/>
              </a:spcBef>
              <a:spcAft>
                <a:spcPts val="0"/>
              </a:spcAft>
              <a:buSzPts val="5800"/>
              <a:buNone/>
              <a:defRPr sz="5800" b="1"/>
            </a:lvl6pPr>
            <a:lvl7pPr lvl="6" algn="l">
              <a:lnSpc>
                <a:spcPct val="100000"/>
              </a:lnSpc>
              <a:spcBef>
                <a:spcPts val="0"/>
              </a:spcBef>
              <a:spcAft>
                <a:spcPts val="0"/>
              </a:spcAft>
              <a:buSzPts val="5800"/>
              <a:buNone/>
              <a:defRPr sz="5800" b="1"/>
            </a:lvl7pPr>
            <a:lvl8pPr lvl="7" algn="l">
              <a:lnSpc>
                <a:spcPct val="100000"/>
              </a:lnSpc>
              <a:spcBef>
                <a:spcPts val="0"/>
              </a:spcBef>
              <a:spcAft>
                <a:spcPts val="0"/>
              </a:spcAft>
              <a:buSzPts val="5800"/>
              <a:buNone/>
              <a:defRPr sz="5800" b="1"/>
            </a:lvl8pPr>
            <a:lvl9pPr lvl="8" algn="l">
              <a:lnSpc>
                <a:spcPct val="100000"/>
              </a:lnSpc>
              <a:spcBef>
                <a:spcPts val="0"/>
              </a:spcBef>
              <a:spcAft>
                <a:spcPts val="0"/>
              </a:spcAft>
              <a:buSzPts val="5800"/>
              <a:buNone/>
              <a:defRPr sz="5800" b="1"/>
            </a:lvl9pPr>
          </a:lstStyle>
          <a:p>
            <a:endParaRPr dirty="0"/>
          </a:p>
        </p:txBody>
      </p:sp>
      <p:sp>
        <p:nvSpPr>
          <p:cNvPr id="13" name="Google Shape;13;p3"/>
          <p:cNvSpPr/>
          <p:nvPr/>
        </p:nvSpPr>
        <p:spPr>
          <a:xfrm>
            <a:off x="7337531" y="463007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3"/>
          <p:cNvSpPr/>
          <p:nvPr/>
        </p:nvSpPr>
        <p:spPr>
          <a:xfrm>
            <a:off x="7790243" y="4182401"/>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3"/>
          <p:cNvSpPr/>
          <p:nvPr/>
        </p:nvSpPr>
        <p:spPr>
          <a:xfrm>
            <a:off x="8893253" y="3333348"/>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
          <p:cNvSpPr/>
          <p:nvPr/>
        </p:nvSpPr>
        <p:spPr>
          <a:xfrm>
            <a:off x="8771302" y="4923775"/>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
          <p:cNvSpPr/>
          <p:nvPr/>
        </p:nvSpPr>
        <p:spPr>
          <a:xfrm>
            <a:off x="2386266" y="50813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479460" y="2703980"/>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261540" y="643097"/>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507235" y="1080863"/>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8314019" y="3625322"/>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8882858" y="4186761"/>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158313" y="1596559"/>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a:off x="1396483" y="226428"/>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617492" y="2000594"/>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3"/>
          <p:cNvSpPr/>
          <p:nvPr/>
        </p:nvSpPr>
        <p:spPr>
          <a:xfrm>
            <a:off x="3425273" y="387880"/>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
          <p:cNvSpPr/>
          <p:nvPr/>
        </p:nvSpPr>
        <p:spPr>
          <a:xfrm>
            <a:off x="8014029" y="4567546"/>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5"/>
          <p:cNvSpPr txBox="1">
            <a:spLocks noGrp="1"/>
          </p:cNvSpPr>
          <p:nvPr>
            <p:ph type="ctrTitle"/>
          </p:nvPr>
        </p:nvSpPr>
        <p:spPr>
          <a:xfrm>
            <a:off x="1546025" y="1754794"/>
            <a:ext cx="5832600" cy="115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400"/>
              <a:buNone/>
              <a:defRPr sz="4400" b="1">
                <a:latin typeface="+mj-lt"/>
              </a:defRPr>
            </a:lvl1pPr>
            <a:lvl2pPr lvl="1" algn="l">
              <a:lnSpc>
                <a:spcPct val="100000"/>
              </a:lnSpc>
              <a:spcBef>
                <a:spcPts val="0"/>
              </a:spcBef>
              <a:spcAft>
                <a:spcPts val="0"/>
              </a:spcAft>
              <a:buSzPts val="4400"/>
              <a:buNone/>
              <a:defRPr sz="4400" b="1"/>
            </a:lvl2pPr>
            <a:lvl3pPr lvl="2" algn="l">
              <a:lnSpc>
                <a:spcPct val="100000"/>
              </a:lnSpc>
              <a:spcBef>
                <a:spcPts val="0"/>
              </a:spcBef>
              <a:spcAft>
                <a:spcPts val="0"/>
              </a:spcAft>
              <a:buSzPts val="4400"/>
              <a:buNone/>
              <a:defRPr sz="4400" b="1"/>
            </a:lvl3pPr>
            <a:lvl4pPr lvl="3" algn="l">
              <a:lnSpc>
                <a:spcPct val="100000"/>
              </a:lnSpc>
              <a:spcBef>
                <a:spcPts val="0"/>
              </a:spcBef>
              <a:spcAft>
                <a:spcPts val="0"/>
              </a:spcAft>
              <a:buSzPts val="4400"/>
              <a:buNone/>
              <a:defRPr sz="4400" b="1"/>
            </a:lvl4pPr>
            <a:lvl5pPr lvl="4" algn="l">
              <a:lnSpc>
                <a:spcPct val="100000"/>
              </a:lnSpc>
              <a:spcBef>
                <a:spcPts val="0"/>
              </a:spcBef>
              <a:spcAft>
                <a:spcPts val="0"/>
              </a:spcAft>
              <a:buSzPts val="4400"/>
              <a:buNone/>
              <a:defRPr sz="4400" b="1"/>
            </a:lvl5pPr>
            <a:lvl6pPr lvl="5" algn="l">
              <a:lnSpc>
                <a:spcPct val="100000"/>
              </a:lnSpc>
              <a:spcBef>
                <a:spcPts val="0"/>
              </a:spcBef>
              <a:spcAft>
                <a:spcPts val="0"/>
              </a:spcAft>
              <a:buSzPts val="4400"/>
              <a:buNone/>
              <a:defRPr sz="4400" b="1"/>
            </a:lvl6pPr>
            <a:lvl7pPr lvl="6" algn="l">
              <a:lnSpc>
                <a:spcPct val="100000"/>
              </a:lnSpc>
              <a:spcBef>
                <a:spcPts val="0"/>
              </a:spcBef>
              <a:spcAft>
                <a:spcPts val="0"/>
              </a:spcAft>
              <a:buSzPts val="4400"/>
              <a:buNone/>
              <a:defRPr sz="4400" b="1"/>
            </a:lvl7pPr>
            <a:lvl8pPr lvl="7" algn="l">
              <a:lnSpc>
                <a:spcPct val="100000"/>
              </a:lnSpc>
              <a:spcBef>
                <a:spcPts val="0"/>
              </a:spcBef>
              <a:spcAft>
                <a:spcPts val="0"/>
              </a:spcAft>
              <a:buSzPts val="4400"/>
              <a:buNone/>
              <a:defRPr sz="4400" b="1"/>
            </a:lvl8pPr>
            <a:lvl9pPr lvl="8" algn="l">
              <a:lnSpc>
                <a:spcPct val="100000"/>
              </a:lnSpc>
              <a:spcBef>
                <a:spcPts val="0"/>
              </a:spcBef>
              <a:spcAft>
                <a:spcPts val="0"/>
              </a:spcAft>
              <a:buSzPts val="4400"/>
              <a:buNone/>
              <a:defRPr sz="4400" b="1"/>
            </a:lvl9pPr>
          </a:lstStyle>
          <a:p>
            <a:endParaRPr dirty="0"/>
          </a:p>
        </p:txBody>
      </p:sp>
      <p:sp>
        <p:nvSpPr>
          <p:cNvPr id="35" name="Google Shape;35;p5"/>
          <p:cNvSpPr txBox="1">
            <a:spLocks noGrp="1"/>
          </p:cNvSpPr>
          <p:nvPr>
            <p:ph type="subTitle" idx="1"/>
          </p:nvPr>
        </p:nvSpPr>
        <p:spPr>
          <a:xfrm>
            <a:off x="1546025" y="3011511"/>
            <a:ext cx="5832600" cy="7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3"/>
              </a:buClr>
              <a:buSzPts val="3000"/>
              <a:buNone/>
              <a:defRPr>
                <a:solidFill>
                  <a:schemeClr val="accent3"/>
                </a:solidFill>
                <a:latin typeface="+mj-lt"/>
              </a:defRPr>
            </a:lvl1pPr>
            <a:lvl2pPr lvl="1" algn="l">
              <a:lnSpc>
                <a:spcPct val="100000"/>
              </a:lnSpc>
              <a:spcBef>
                <a:spcPts val="0"/>
              </a:spcBef>
              <a:spcAft>
                <a:spcPts val="0"/>
              </a:spcAft>
              <a:buClr>
                <a:schemeClr val="accent3"/>
              </a:buClr>
              <a:buSzPts val="3000"/>
              <a:buNone/>
              <a:defRPr sz="3000">
                <a:solidFill>
                  <a:schemeClr val="accent3"/>
                </a:solidFill>
              </a:defRPr>
            </a:lvl2pPr>
            <a:lvl3pPr lvl="2" algn="l">
              <a:lnSpc>
                <a:spcPct val="100000"/>
              </a:lnSpc>
              <a:spcBef>
                <a:spcPts val="0"/>
              </a:spcBef>
              <a:spcAft>
                <a:spcPts val="0"/>
              </a:spcAft>
              <a:buClr>
                <a:schemeClr val="accent3"/>
              </a:buClr>
              <a:buSzPts val="3000"/>
              <a:buNone/>
              <a:defRPr sz="3000">
                <a:solidFill>
                  <a:schemeClr val="accent3"/>
                </a:solidFill>
              </a:defRPr>
            </a:lvl3pPr>
            <a:lvl4pPr lvl="3" algn="l">
              <a:lnSpc>
                <a:spcPct val="100000"/>
              </a:lnSpc>
              <a:spcBef>
                <a:spcPts val="0"/>
              </a:spcBef>
              <a:spcAft>
                <a:spcPts val="0"/>
              </a:spcAft>
              <a:buClr>
                <a:schemeClr val="accent3"/>
              </a:buClr>
              <a:buSzPts val="3000"/>
              <a:buNone/>
              <a:defRPr sz="3000">
                <a:solidFill>
                  <a:schemeClr val="accent3"/>
                </a:solidFill>
              </a:defRPr>
            </a:lvl4pPr>
            <a:lvl5pPr lvl="4" algn="l">
              <a:lnSpc>
                <a:spcPct val="100000"/>
              </a:lnSpc>
              <a:spcBef>
                <a:spcPts val="0"/>
              </a:spcBef>
              <a:spcAft>
                <a:spcPts val="0"/>
              </a:spcAft>
              <a:buClr>
                <a:schemeClr val="accent3"/>
              </a:buClr>
              <a:buSzPts val="3000"/>
              <a:buNone/>
              <a:defRPr sz="3000">
                <a:solidFill>
                  <a:schemeClr val="accent3"/>
                </a:solidFill>
              </a:defRPr>
            </a:lvl5pPr>
            <a:lvl6pPr lvl="5" algn="l">
              <a:lnSpc>
                <a:spcPct val="100000"/>
              </a:lnSpc>
              <a:spcBef>
                <a:spcPts val="0"/>
              </a:spcBef>
              <a:spcAft>
                <a:spcPts val="0"/>
              </a:spcAft>
              <a:buClr>
                <a:schemeClr val="accent3"/>
              </a:buClr>
              <a:buSzPts val="3000"/>
              <a:buNone/>
              <a:defRPr sz="3000">
                <a:solidFill>
                  <a:schemeClr val="accent3"/>
                </a:solidFill>
              </a:defRPr>
            </a:lvl6pPr>
            <a:lvl7pPr lvl="6" algn="l">
              <a:lnSpc>
                <a:spcPct val="100000"/>
              </a:lnSpc>
              <a:spcBef>
                <a:spcPts val="0"/>
              </a:spcBef>
              <a:spcAft>
                <a:spcPts val="0"/>
              </a:spcAft>
              <a:buClr>
                <a:schemeClr val="accent3"/>
              </a:buClr>
              <a:buSzPts val="3000"/>
              <a:buNone/>
              <a:defRPr sz="3000">
                <a:solidFill>
                  <a:schemeClr val="accent3"/>
                </a:solidFill>
              </a:defRPr>
            </a:lvl7pPr>
            <a:lvl8pPr lvl="7" algn="l">
              <a:lnSpc>
                <a:spcPct val="100000"/>
              </a:lnSpc>
              <a:spcBef>
                <a:spcPts val="0"/>
              </a:spcBef>
              <a:spcAft>
                <a:spcPts val="0"/>
              </a:spcAft>
              <a:buClr>
                <a:schemeClr val="accent3"/>
              </a:buClr>
              <a:buSzPts val="3000"/>
              <a:buNone/>
              <a:defRPr sz="3000">
                <a:solidFill>
                  <a:schemeClr val="accent3"/>
                </a:solidFill>
              </a:defRPr>
            </a:lvl8pPr>
            <a:lvl9pPr lvl="8" algn="l">
              <a:lnSpc>
                <a:spcPct val="100000"/>
              </a:lnSpc>
              <a:spcBef>
                <a:spcPts val="0"/>
              </a:spcBef>
              <a:spcAft>
                <a:spcPts val="0"/>
              </a:spcAft>
              <a:buClr>
                <a:schemeClr val="accent3"/>
              </a:buClr>
              <a:buSzPts val="3000"/>
              <a:buNone/>
              <a:defRPr sz="3000">
                <a:solidFill>
                  <a:schemeClr val="accent3"/>
                </a:solidFill>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sz="2800" b="1">
                <a:latin typeface="+mj-lt"/>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dirty="0"/>
          </a:p>
        </p:txBody>
      </p:sp>
      <p:sp>
        <p:nvSpPr>
          <p:cNvPr id="38" name="Google Shape;38;p6"/>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lvl="0" indent="-381000" algn="l">
              <a:lnSpc>
                <a:spcPct val="100000"/>
              </a:lnSpc>
              <a:spcBef>
                <a:spcPts val="600"/>
              </a:spcBef>
              <a:spcAft>
                <a:spcPts val="0"/>
              </a:spcAft>
              <a:buSzPts val="2400"/>
              <a:buChar char="◎"/>
              <a:defRPr sz="1600">
                <a:latin typeface="+mn-lt"/>
              </a:defRPr>
            </a:lvl1pPr>
            <a:lvl2pPr marL="914400" lvl="1" indent="-381000" algn="l">
              <a:lnSpc>
                <a:spcPct val="100000"/>
              </a:lnSpc>
              <a:spcBef>
                <a:spcPts val="0"/>
              </a:spcBef>
              <a:spcAft>
                <a:spcPts val="0"/>
              </a:spcAft>
              <a:buSzPts val="2400"/>
              <a:buChar char="○"/>
              <a:defRPr/>
            </a:lvl2pPr>
            <a:lvl3pPr marL="1371600" lvl="2" indent="-381000" algn="l">
              <a:lnSpc>
                <a:spcPct val="100000"/>
              </a:lnSpc>
              <a:spcBef>
                <a:spcPts val="0"/>
              </a:spcBef>
              <a:spcAft>
                <a:spcPts val="0"/>
              </a:spcAft>
              <a:buSzPts val="2400"/>
              <a:buChar char="◉"/>
              <a:defRPr/>
            </a:lvl3pPr>
            <a:lvl4pPr marL="1828800" lvl="3" indent="-381000" algn="l">
              <a:lnSpc>
                <a:spcPct val="100000"/>
              </a:lnSpc>
              <a:spcBef>
                <a:spcPts val="0"/>
              </a:spcBef>
              <a:spcAft>
                <a:spcPts val="0"/>
              </a:spcAft>
              <a:buSzPts val="2400"/>
              <a:buChar char="●"/>
              <a:defRPr sz="2400"/>
            </a:lvl4pPr>
            <a:lvl5pPr marL="2286000" lvl="4" indent="-381000" algn="l">
              <a:lnSpc>
                <a:spcPct val="100000"/>
              </a:lnSpc>
              <a:spcBef>
                <a:spcPts val="0"/>
              </a:spcBef>
              <a:spcAft>
                <a:spcPts val="0"/>
              </a:spcAft>
              <a:buSzPts val="2400"/>
              <a:buChar char="○"/>
              <a:defRPr sz="2400"/>
            </a:lvl5pPr>
            <a:lvl6pPr marL="2743200" lvl="5" indent="-381000" algn="l">
              <a:lnSpc>
                <a:spcPct val="100000"/>
              </a:lnSpc>
              <a:spcBef>
                <a:spcPts val="0"/>
              </a:spcBef>
              <a:spcAft>
                <a:spcPts val="0"/>
              </a:spcAft>
              <a:buSzPts val="2400"/>
              <a:buChar char="■"/>
              <a:defRPr sz="2400"/>
            </a:lvl6pPr>
            <a:lvl7pPr marL="3200400" lvl="6" indent="-381000" algn="l">
              <a:lnSpc>
                <a:spcPct val="100000"/>
              </a:lnSpc>
              <a:spcBef>
                <a:spcPts val="0"/>
              </a:spcBef>
              <a:spcAft>
                <a:spcPts val="0"/>
              </a:spcAft>
              <a:buSzPts val="2400"/>
              <a:buChar char="●"/>
              <a:defRPr sz="2400"/>
            </a:lvl7pPr>
            <a:lvl8pPr marL="3657600" lvl="7" indent="-381000" algn="l">
              <a:lnSpc>
                <a:spcPct val="100000"/>
              </a:lnSpc>
              <a:spcBef>
                <a:spcPts val="0"/>
              </a:spcBef>
              <a:spcAft>
                <a:spcPts val="0"/>
              </a:spcAft>
              <a:buSzPts val="2400"/>
              <a:buChar char="○"/>
              <a:defRPr sz="2400"/>
            </a:lvl8pPr>
            <a:lvl9pPr marL="4114800" lvl="8" indent="-381000" algn="l">
              <a:lnSpc>
                <a:spcPct val="100000"/>
              </a:lnSpc>
              <a:spcBef>
                <a:spcPts val="0"/>
              </a:spcBef>
              <a:spcAft>
                <a:spcPts val="0"/>
              </a:spcAft>
              <a:buSzPts val="2400"/>
              <a:buChar char="■"/>
              <a:defRPr sz="2400"/>
            </a:lvl9pPr>
          </a:lstStyle>
          <a:p>
            <a:endParaRPr dirty="0"/>
          </a:p>
        </p:txBody>
      </p:sp>
      <p:sp>
        <p:nvSpPr>
          <p:cNvPr id="39" name="Google Shape;39;p6"/>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40"/>
        <p:cNvGrpSpPr/>
        <p:nvPr/>
      </p:nvGrpSpPr>
      <p:grpSpPr>
        <a:xfrm>
          <a:off x="0" y="0"/>
          <a:ext cx="0" cy="0"/>
          <a:chOff x="0" y="0"/>
          <a:chExt cx="0" cy="0"/>
        </a:xfrm>
      </p:grpSpPr>
      <p:sp>
        <p:nvSpPr>
          <p:cNvPr id="41" name="Google Shape;41;p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atin typeface="+mj-l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dirty="0"/>
          </a:p>
        </p:txBody>
      </p:sp>
      <p:sp>
        <p:nvSpPr>
          <p:cNvPr id="42" name="Google Shape;42;p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00"/>
              </a:spcBef>
              <a:spcAft>
                <a:spcPts val="0"/>
              </a:spcAft>
              <a:buSzPts val="2800"/>
              <a:buNone/>
              <a:defRPr sz="2800">
                <a:latin typeface="+mn-l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43" name="Google Shape;43;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3">
  <p:cSld name="TITLE_3">
    <p:spTree>
      <p:nvGrpSpPr>
        <p:cNvPr id="1" name="Shape 44"/>
        <p:cNvGrpSpPr/>
        <p:nvPr/>
      </p:nvGrpSpPr>
      <p:grpSpPr>
        <a:xfrm>
          <a:off x="0" y="0"/>
          <a:ext cx="0" cy="0"/>
          <a:chOff x="0" y="0"/>
          <a:chExt cx="0" cy="0"/>
        </a:xfrm>
      </p:grpSpPr>
      <p:sp>
        <p:nvSpPr>
          <p:cNvPr id="45" name="Google Shape;45;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atin typeface="+mj-l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dirty="0"/>
          </a:p>
        </p:txBody>
      </p:sp>
      <p:sp>
        <p:nvSpPr>
          <p:cNvPr id="46" name="Google Shape;46;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00"/>
              </a:spcBef>
              <a:spcAft>
                <a:spcPts val="0"/>
              </a:spcAft>
              <a:buSzPts val="2800"/>
              <a:buNone/>
              <a:defRPr sz="2800">
                <a:latin typeface="+mj-l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47" name="Google Shape;47;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atin typeface="+mj-lt"/>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dirty="0"/>
          </a:p>
        </p:txBody>
      </p:sp>
      <p:sp>
        <p:nvSpPr>
          <p:cNvPr id="50" name="Google Shape;50;p9"/>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complete pattern">
  <p:cSld name="BLANK_1">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10"/>
          <p:cNvSpPr/>
          <p:nvPr/>
        </p:nvSpPr>
        <p:spPr>
          <a:xfrm>
            <a:off x="-26550" y="-14850"/>
            <a:ext cx="9197100" cy="5173200"/>
          </a:xfrm>
          <a:prstGeom prst="rect">
            <a:avLst/>
          </a:prstGeom>
          <a:solidFill>
            <a:srgbClr val="CFD8DC">
              <a:alpha val="4823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10"/>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54"/>
        <p:cNvGrpSpPr/>
        <p:nvPr/>
      </p:nvGrpSpPr>
      <p:grpSpPr>
        <a:xfrm>
          <a:off x="0" y="0"/>
          <a:ext cx="0" cy="0"/>
          <a:chOff x="0" y="0"/>
          <a:chExt cx="0" cy="0"/>
        </a:xfrm>
      </p:grpSpPr>
      <p:pic>
        <p:nvPicPr>
          <p:cNvPr id="55" name="Google Shape;55;p11"/>
          <p:cNvPicPr preferRelativeResize="0"/>
          <p:nvPr/>
        </p:nvPicPr>
        <p:blipFill rotWithShape="1">
          <a:blip r:embed="rId2">
            <a:alphaModFix/>
          </a:blip>
          <a:srcRect l="19" r="19"/>
          <a:stretch/>
        </p:blipFill>
        <p:spPr>
          <a:xfrm rot="10800000" flipH="1">
            <a:off x="5952" y="0"/>
            <a:ext cx="9140602" cy="5143500"/>
          </a:xfrm>
          <a:prstGeom prst="rect">
            <a:avLst/>
          </a:prstGeom>
          <a:noFill/>
          <a:ln>
            <a:noFill/>
          </a:ln>
        </p:spPr>
      </p:pic>
      <p:sp>
        <p:nvSpPr>
          <p:cNvPr id="56" name="Google Shape;56;p11"/>
          <p:cNvSpPr txBox="1">
            <a:spLocks noGrp="1"/>
          </p:cNvSpPr>
          <p:nvPr>
            <p:ph type="body" idx="1"/>
          </p:nvPr>
        </p:nvSpPr>
        <p:spPr>
          <a:xfrm>
            <a:off x="1215300" y="1723650"/>
            <a:ext cx="6713400" cy="819900"/>
          </a:xfrm>
          <a:prstGeom prst="rect">
            <a:avLst/>
          </a:prstGeom>
          <a:noFill/>
          <a:ln>
            <a:noFill/>
          </a:ln>
        </p:spPr>
        <p:txBody>
          <a:bodyPr spcFirstLastPara="1" wrap="square" lIns="91425" tIns="91425" rIns="91425" bIns="91425" anchor="t" anchorCtr="0">
            <a:noAutofit/>
          </a:bodyPr>
          <a:lstStyle>
            <a:lvl1pPr marL="457200" lvl="0" indent="-457200" algn="ctr">
              <a:lnSpc>
                <a:spcPct val="100000"/>
              </a:lnSpc>
              <a:spcBef>
                <a:spcPts val="600"/>
              </a:spcBef>
              <a:spcAft>
                <a:spcPts val="0"/>
              </a:spcAft>
              <a:buClr>
                <a:schemeClr val="dk1"/>
              </a:buClr>
              <a:buSzPts val="3600"/>
              <a:buChar char="◎"/>
              <a:defRPr sz="3600" i="1">
                <a:latin typeface="+mj-lt"/>
              </a:defRPr>
            </a:lvl1pPr>
            <a:lvl2pPr marL="914400" lvl="1" indent="-457200" algn="ctr">
              <a:lnSpc>
                <a:spcPct val="100000"/>
              </a:lnSpc>
              <a:spcBef>
                <a:spcPts val="0"/>
              </a:spcBef>
              <a:spcAft>
                <a:spcPts val="0"/>
              </a:spcAft>
              <a:buClr>
                <a:schemeClr val="dk1"/>
              </a:buClr>
              <a:buSzPts val="3600"/>
              <a:buChar char="○"/>
              <a:defRPr sz="3600" i="1"/>
            </a:lvl2pPr>
            <a:lvl3pPr marL="1371600" lvl="2" indent="-457200" algn="ctr">
              <a:lnSpc>
                <a:spcPct val="100000"/>
              </a:lnSpc>
              <a:spcBef>
                <a:spcPts val="0"/>
              </a:spcBef>
              <a:spcAft>
                <a:spcPts val="0"/>
              </a:spcAft>
              <a:buClr>
                <a:schemeClr val="dk1"/>
              </a:buClr>
              <a:buSzPts val="3600"/>
              <a:buChar char="◉"/>
              <a:defRPr sz="3600" i="1"/>
            </a:lvl3pPr>
            <a:lvl4pPr marL="1828800" lvl="3" indent="-457200" algn="ctr">
              <a:lnSpc>
                <a:spcPct val="100000"/>
              </a:lnSpc>
              <a:spcBef>
                <a:spcPts val="0"/>
              </a:spcBef>
              <a:spcAft>
                <a:spcPts val="0"/>
              </a:spcAft>
              <a:buSzPts val="3600"/>
              <a:buChar char="●"/>
              <a:defRPr sz="3600" i="1"/>
            </a:lvl4pPr>
            <a:lvl5pPr marL="2286000" lvl="4" indent="-457200" algn="ctr">
              <a:lnSpc>
                <a:spcPct val="100000"/>
              </a:lnSpc>
              <a:spcBef>
                <a:spcPts val="0"/>
              </a:spcBef>
              <a:spcAft>
                <a:spcPts val="0"/>
              </a:spcAft>
              <a:buSzPts val="3600"/>
              <a:buChar char="○"/>
              <a:defRPr sz="3600" i="1"/>
            </a:lvl5pPr>
            <a:lvl6pPr marL="2743200" lvl="5" indent="-457200" algn="ctr">
              <a:lnSpc>
                <a:spcPct val="100000"/>
              </a:lnSpc>
              <a:spcBef>
                <a:spcPts val="0"/>
              </a:spcBef>
              <a:spcAft>
                <a:spcPts val="0"/>
              </a:spcAft>
              <a:buSzPts val="3600"/>
              <a:buChar char="■"/>
              <a:defRPr sz="3600" i="1"/>
            </a:lvl6pPr>
            <a:lvl7pPr marL="3200400" lvl="6" indent="-457200" algn="ctr">
              <a:lnSpc>
                <a:spcPct val="100000"/>
              </a:lnSpc>
              <a:spcBef>
                <a:spcPts val="0"/>
              </a:spcBef>
              <a:spcAft>
                <a:spcPts val="0"/>
              </a:spcAft>
              <a:buSzPts val="3600"/>
              <a:buChar char="●"/>
              <a:defRPr sz="3600" i="1"/>
            </a:lvl7pPr>
            <a:lvl8pPr marL="3657600" lvl="7" indent="-457200" algn="ctr">
              <a:lnSpc>
                <a:spcPct val="100000"/>
              </a:lnSpc>
              <a:spcBef>
                <a:spcPts val="0"/>
              </a:spcBef>
              <a:spcAft>
                <a:spcPts val="0"/>
              </a:spcAft>
              <a:buSzPts val="3600"/>
              <a:buChar char="○"/>
              <a:defRPr sz="3600" i="1"/>
            </a:lvl8pPr>
            <a:lvl9pPr marL="4114800" lvl="8" indent="-457200" algn="ctr">
              <a:lnSpc>
                <a:spcPct val="100000"/>
              </a:lnSpc>
              <a:spcBef>
                <a:spcPts val="0"/>
              </a:spcBef>
              <a:spcAft>
                <a:spcPts val="0"/>
              </a:spcAft>
              <a:buSzPts val="3600"/>
              <a:buChar char="■"/>
              <a:defRPr sz="3600" i="1"/>
            </a:lvl9pPr>
          </a:lstStyle>
          <a:p>
            <a:endParaRPr dirty="0"/>
          </a:p>
        </p:txBody>
      </p:sp>
      <p:grpSp>
        <p:nvGrpSpPr>
          <p:cNvPr id="57" name="Google Shape;57;p11"/>
          <p:cNvGrpSpPr/>
          <p:nvPr/>
        </p:nvGrpSpPr>
        <p:grpSpPr>
          <a:xfrm>
            <a:off x="3839646" y="782918"/>
            <a:ext cx="1464573" cy="842707"/>
            <a:chOff x="3593401" y="1729675"/>
            <a:chExt cx="1957200" cy="1123610"/>
          </a:xfrm>
        </p:grpSpPr>
        <p:sp>
          <p:nvSpPr>
            <p:cNvPr id="58" name="Google Shape;58;p11"/>
            <p:cNvSpPr txBox="1"/>
            <p:nvPr/>
          </p:nvSpPr>
          <p:spPr>
            <a:xfrm>
              <a:off x="3593401" y="1729675"/>
              <a:ext cx="1957200" cy="871501"/>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000"/>
                <a:buFont typeface="Arial"/>
                <a:buNone/>
              </a:pPr>
              <a:r>
                <a:rPr lang="en" sz="6000" b="1" i="0" u="none" strike="noStrike" cap="none" dirty="0">
                  <a:solidFill>
                    <a:schemeClr val="accent1"/>
                  </a:solidFill>
                  <a:latin typeface="+mj-lt"/>
                  <a:ea typeface="Source Sans Pro"/>
                  <a:cs typeface="Source Sans Pro"/>
                  <a:sym typeface="Source Sans Pro"/>
                </a:rPr>
                <a:t>“</a:t>
              </a:r>
              <a:endParaRPr sz="6000" b="1" i="0" u="none" strike="noStrike" cap="none" dirty="0">
                <a:solidFill>
                  <a:schemeClr val="accent1"/>
                </a:solidFill>
                <a:latin typeface="+mj-lt"/>
                <a:ea typeface="Source Sans Pro"/>
                <a:cs typeface="Source Sans Pro"/>
                <a:sym typeface="Source Sans Pro"/>
              </a:endParaRPr>
            </a:p>
          </p:txBody>
        </p:sp>
        <p:sp>
          <p:nvSpPr>
            <p:cNvPr id="59" name="Google Shape;59;p11"/>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11"/>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61" name="Google Shape;61;p11"/>
          <p:cNvCxnSpPr>
            <a:endCxn id="59" idx="1"/>
          </p:cNvCxnSpPr>
          <p:nvPr/>
        </p:nvCxnSpPr>
        <p:spPr>
          <a:xfrm>
            <a:off x="3750511" y="390297"/>
            <a:ext cx="532200" cy="535500"/>
          </a:xfrm>
          <a:prstGeom prst="straightConnector1">
            <a:avLst/>
          </a:prstGeom>
          <a:noFill/>
          <a:ln w="9525" cap="flat" cmpd="sng">
            <a:solidFill>
              <a:srgbClr val="CFD8DC"/>
            </a:solidFill>
            <a:prstDash val="solid"/>
            <a:round/>
            <a:headEnd type="none" w="sm" len="sm"/>
            <a:tailEnd type="none" w="sm" len="sm"/>
          </a:ln>
        </p:spPr>
      </p:cxnSp>
      <p:cxnSp>
        <p:nvCxnSpPr>
          <p:cNvPr id="62" name="Google Shape;62;p11"/>
          <p:cNvCxnSpPr/>
          <p:nvPr/>
        </p:nvCxnSpPr>
        <p:spPr>
          <a:xfrm rot="10800000">
            <a:off x="4362902" y="436125"/>
            <a:ext cx="209100" cy="369600"/>
          </a:xfrm>
          <a:prstGeom prst="straightConnector1">
            <a:avLst/>
          </a:prstGeom>
          <a:noFill/>
          <a:ln w="9525" cap="flat" cmpd="sng">
            <a:solidFill>
              <a:srgbClr val="CFD8DC"/>
            </a:solidFill>
            <a:prstDash val="solid"/>
            <a:round/>
            <a:headEnd type="none" w="sm" len="sm"/>
            <a:tailEnd type="none" w="sm" len="sm"/>
          </a:ln>
        </p:spPr>
      </p:cxnSp>
      <p:cxnSp>
        <p:nvCxnSpPr>
          <p:cNvPr id="63" name="Google Shape;63;p11"/>
          <p:cNvCxnSpPr/>
          <p:nvPr/>
        </p:nvCxnSpPr>
        <p:spPr>
          <a:xfrm rot="10800000" flipH="1">
            <a:off x="4704510" y="351930"/>
            <a:ext cx="347100" cy="474600"/>
          </a:xfrm>
          <a:prstGeom prst="straightConnector1">
            <a:avLst/>
          </a:prstGeom>
          <a:noFill/>
          <a:ln w="9525" cap="flat" cmpd="sng">
            <a:solidFill>
              <a:srgbClr val="CFD8DC"/>
            </a:solidFill>
            <a:prstDash val="solid"/>
            <a:round/>
            <a:headEnd type="none" w="sm" len="sm"/>
            <a:tailEnd type="none" w="sm" len="sm"/>
          </a:ln>
        </p:spPr>
      </p:cxnSp>
      <p:sp>
        <p:nvSpPr>
          <p:cNvPr id="64" name="Google Shape;64;p11"/>
          <p:cNvSpPr txBox="1">
            <a:spLocks noGrp="1"/>
          </p:cNvSpPr>
          <p:nvPr>
            <p:ph type="sldNum" idx="12"/>
          </p:nvPr>
        </p:nvSpPr>
        <p:spPr>
          <a:xfrm>
            <a:off x="-87" y="4749844"/>
            <a:ext cx="9144000" cy="393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atin typeface="+mj-lt"/>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endParaRPr dirty="0"/>
          </a:p>
        </p:txBody>
      </p:sp>
      <p:sp>
        <p:nvSpPr>
          <p:cNvPr id="67" name="Google Shape;67;p12"/>
          <p:cNvSpPr txBox="1">
            <a:spLocks noGrp="1"/>
          </p:cNvSpPr>
          <p:nvPr>
            <p:ph type="body" idx="1"/>
          </p:nvPr>
        </p:nvSpPr>
        <p:spPr>
          <a:xfrm>
            <a:off x="786150"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atin typeface="+mj-lt"/>
              </a:defRPr>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dirty="0"/>
          </a:p>
        </p:txBody>
      </p:sp>
      <p:sp>
        <p:nvSpPr>
          <p:cNvPr id="68" name="Google Shape;68;p12"/>
          <p:cNvSpPr txBox="1">
            <a:spLocks noGrp="1"/>
          </p:cNvSpPr>
          <p:nvPr>
            <p:ph type="body" idx="2"/>
          </p:nvPr>
        </p:nvSpPr>
        <p:spPr>
          <a:xfrm>
            <a:off x="3329992"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atin typeface="+mj-lt"/>
              </a:defRPr>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dirty="0"/>
          </a:p>
        </p:txBody>
      </p:sp>
      <p:sp>
        <p:nvSpPr>
          <p:cNvPr id="69" name="Google Shape;69;p12"/>
          <p:cNvSpPr txBox="1">
            <a:spLocks noGrp="1"/>
          </p:cNvSpPr>
          <p:nvPr>
            <p:ph type="body" idx="3"/>
          </p:nvPr>
        </p:nvSpPr>
        <p:spPr>
          <a:xfrm>
            <a:off x="5873834" y="1200150"/>
            <a:ext cx="2419800" cy="37257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SzPts val="1800"/>
              <a:buChar char="◎"/>
              <a:defRPr sz="1800">
                <a:latin typeface="+mj-lt"/>
              </a:defRPr>
            </a:lvl1pPr>
            <a:lvl2pPr marL="914400" lvl="1" indent="-342900" algn="l">
              <a:lnSpc>
                <a:spcPct val="100000"/>
              </a:lnSpc>
              <a:spcBef>
                <a:spcPts val="0"/>
              </a:spcBef>
              <a:spcAft>
                <a:spcPts val="0"/>
              </a:spcAft>
              <a:buSzPts val="1800"/>
              <a:buChar char="○"/>
              <a:defRPr sz="1800"/>
            </a:lvl2pPr>
            <a:lvl3pPr marL="1371600" lvl="2" indent="-342900" algn="l">
              <a:lnSpc>
                <a:spcPct val="100000"/>
              </a:lnSpc>
              <a:spcBef>
                <a:spcPts val="0"/>
              </a:spcBef>
              <a:spcAft>
                <a:spcPts val="0"/>
              </a:spcAft>
              <a:buSzPts val="1800"/>
              <a:buChar char="◉"/>
              <a:defRPr sz="1800"/>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342900" algn="l">
              <a:lnSpc>
                <a:spcPct val="100000"/>
              </a:lnSpc>
              <a:spcBef>
                <a:spcPts val="0"/>
              </a:spcBef>
              <a:spcAft>
                <a:spcPts val="0"/>
              </a:spcAft>
              <a:buSzPts val="1800"/>
              <a:buChar char="■"/>
              <a:defRPr/>
            </a:lvl6pPr>
            <a:lvl7pPr marL="3200400" lvl="6" indent="-342900" algn="l">
              <a:lnSpc>
                <a:spcPct val="100000"/>
              </a:lnSpc>
              <a:spcBef>
                <a:spcPts val="0"/>
              </a:spcBef>
              <a:spcAft>
                <a:spcPts val="0"/>
              </a:spcAft>
              <a:buSzPts val="1800"/>
              <a:buChar char="●"/>
              <a:defRPr/>
            </a:lvl7pPr>
            <a:lvl8pPr marL="3657600" lvl="7" indent="-342900" algn="l">
              <a:lnSpc>
                <a:spcPct val="100000"/>
              </a:lnSpc>
              <a:spcBef>
                <a:spcPts val="0"/>
              </a:spcBef>
              <a:spcAft>
                <a:spcPts val="0"/>
              </a:spcAft>
              <a:buSzPts val="1800"/>
              <a:buChar char="○"/>
              <a:defRPr/>
            </a:lvl8pPr>
            <a:lvl9pPr marL="4114800" lvl="8" indent="-342900" algn="l">
              <a:lnSpc>
                <a:spcPct val="100000"/>
              </a:lnSpc>
              <a:spcBef>
                <a:spcPts val="0"/>
              </a:spcBef>
              <a:spcAft>
                <a:spcPts val="0"/>
              </a:spcAft>
              <a:buSzPts val="1800"/>
              <a:buChar char="■"/>
              <a:defRPr/>
            </a:lvl9pPr>
          </a:lstStyle>
          <a:p>
            <a:endParaRPr dirty="0"/>
          </a:p>
        </p:txBody>
      </p:sp>
      <p:sp>
        <p:nvSpPr>
          <p:cNvPr id="70" name="Google Shape;70;p12"/>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71"/>
        <p:cNvGrpSpPr/>
        <p:nvPr/>
      </p:nvGrpSpPr>
      <p:grpSpPr>
        <a:xfrm>
          <a:off x="0" y="0"/>
          <a:ext cx="0" cy="0"/>
          <a:chOff x="0" y="0"/>
          <a:chExt cx="0" cy="0"/>
        </a:xfrm>
      </p:grpSpPr>
      <p:sp>
        <p:nvSpPr>
          <p:cNvPr id="72" name="Google Shape;72;p13"/>
          <p:cNvSpPr txBox="1">
            <a:spLocks noGrp="1"/>
          </p:cNvSpPr>
          <p:nvPr>
            <p:ph type="body" idx="1"/>
          </p:nvPr>
        </p:nvSpPr>
        <p:spPr>
          <a:xfrm>
            <a:off x="457200" y="4055343"/>
            <a:ext cx="8229600" cy="368700"/>
          </a:xfrm>
          <a:prstGeom prst="rect">
            <a:avLst/>
          </a:prstGeom>
          <a:noFill/>
          <a:ln>
            <a:noFill/>
          </a:ln>
        </p:spPr>
        <p:txBody>
          <a:bodyPr spcFirstLastPara="1" wrap="square" lIns="91425" tIns="91425" rIns="91425" bIns="91425" anchor="t" anchorCtr="0">
            <a:noAutofit/>
          </a:bodyPr>
          <a:lstStyle>
            <a:lvl1pPr marL="457200" lvl="0" indent="-228600" algn="ctr">
              <a:lnSpc>
                <a:spcPct val="100000"/>
              </a:lnSpc>
              <a:spcBef>
                <a:spcPts val="360"/>
              </a:spcBef>
              <a:spcAft>
                <a:spcPts val="0"/>
              </a:spcAft>
              <a:buSzPts val="1800"/>
              <a:buNone/>
              <a:defRPr sz="1800">
                <a:latin typeface="+mj-lt"/>
              </a:defRPr>
            </a:lvl1pPr>
          </a:lstStyle>
          <a:p>
            <a:endParaRPr dirty="0"/>
          </a:p>
        </p:txBody>
      </p:sp>
      <p:sp>
        <p:nvSpPr>
          <p:cNvPr id="73" name="Google Shape;73;p13"/>
          <p:cNvSpPr txBox="1">
            <a:spLocks noGrp="1"/>
          </p:cNvSpPr>
          <p:nvPr>
            <p:ph type="sldNum" idx="12"/>
          </p:nvPr>
        </p:nvSpPr>
        <p:spPr>
          <a:xfrm>
            <a:off x="-92" y="4749844"/>
            <a:ext cx="9144000" cy="3936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ctr">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name="simple-light">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endParaRPr dirty="0"/>
          </a:p>
        </p:txBody>
      </p:sp>
      <p:sp>
        <p:nvSpPr>
          <p:cNvPr id="7" name="Google Shape;7;p1"/>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marR="0" lvl="0" indent="-419100" algn="l" rtl="0">
              <a:lnSpc>
                <a:spcPct val="100000"/>
              </a:lnSpc>
              <a:spcBef>
                <a:spcPts val="600"/>
              </a:spcBef>
              <a:spcAft>
                <a:spcPts val="0"/>
              </a:spcAft>
              <a:buClr>
                <a:schemeClr val="accent4"/>
              </a:buClr>
              <a:buSzPts val="3000"/>
              <a:buFont typeface="Source Sans Pro"/>
              <a:buChar char="◎"/>
              <a:defRPr sz="3000" b="0" i="0" u="none" strike="noStrike" cap="none">
                <a:solidFill>
                  <a:schemeClr val="dk1"/>
                </a:solidFill>
                <a:latin typeface="Source Sans Pro"/>
                <a:ea typeface="Source Sans Pro"/>
                <a:cs typeface="Source Sans Pro"/>
                <a:sym typeface="Source Sans Pro"/>
              </a:defRPr>
            </a:lvl1pPr>
            <a:lvl2pPr marL="914400" marR="0" lvl="1" indent="-381000" algn="l" rtl="0">
              <a:lnSpc>
                <a:spcPct val="100000"/>
              </a:lnSpc>
              <a:spcBef>
                <a:spcPts val="0"/>
              </a:spcBef>
              <a:spcAft>
                <a:spcPts val="0"/>
              </a:spcAft>
              <a:buClr>
                <a:schemeClr val="accent4"/>
              </a:buClr>
              <a:buSzPts val="2400"/>
              <a:buFont typeface="Source Sans Pro"/>
              <a:buChar char="○"/>
              <a:defRPr sz="2400" b="0" i="0" u="none" strike="noStrike" cap="none">
                <a:solidFill>
                  <a:schemeClr val="dk1"/>
                </a:solidFill>
                <a:latin typeface="Source Sans Pro"/>
                <a:ea typeface="Source Sans Pro"/>
                <a:cs typeface="Source Sans Pro"/>
                <a:sym typeface="Source Sans Pro"/>
              </a:defRPr>
            </a:lvl2pPr>
            <a:lvl3pPr marL="1371600" marR="0" lvl="2" indent="-381000" algn="l" rtl="0">
              <a:lnSpc>
                <a:spcPct val="100000"/>
              </a:lnSpc>
              <a:spcBef>
                <a:spcPts val="0"/>
              </a:spcBef>
              <a:spcAft>
                <a:spcPts val="0"/>
              </a:spcAft>
              <a:buClr>
                <a:schemeClr val="accent4"/>
              </a:buClr>
              <a:buSzPts val="2400"/>
              <a:buFont typeface="Source Sans Pro"/>
              <a:buChar char="◉"/>
              <a:defRPr sz="2400" b="0" i="0" u="none" strike="noStrike" cap="none">
                <a:solidFill>
                  <a:schemeClr val="dk1"/>
                </a:solidFill>
                <a:latin typeface="Source Sans Pro"/>
                <a:ea typeface="Source Sans Pro"/>
                <a:cs typeface="Source Sans Pro"/>
                <a:sym typeface="Source Sans Pro"/>
              </a:defRPr>
            </a:lvl3pPr>
            <a:lvl4pPr marL="1828800" marR="0" lvl="3"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4pPr>
            <a:lvl5pPr marL="2286000" marR="0" lvl="4"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5pPr>
            <a:lvl6pPr marL="2743200" marR="0" lvl="5"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6pPr>
            <a:lvl7pPr marL="3200400" marR="0" lvl="6"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7pPr>
            <a:lvl8pPr marL="3657600" marR="0" lvl="7"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8pPr>
            <a:lvl9pPr marL="4114800" marR="0" lvl="8" indent="-342900" algn="l" rtl="0">
              <a:lnSpc>
                <a:spcPct val="100000"/>
              </a:lnSpc>
              <a:spcBef>
                <a:spcPts val="0"/>
              </a:spcBef>
              <a:spcAft>
                <a:spcPts val="0"/>
              </a:spcAft>
              <a:buClr>
                <a:schemeClr val="dk1"/>
              </a:buClr>
              <a:buSzPts val="1800"/>
              <a:buFont typeface="Source Sans Pro"/>
              <a:buChar char="■"/>
              <a:defRPr sz="1800" b="0" i="0" u="none" strike="noStrike" cap="none">
                <a:solidFill>
                  <a:schemeClr val="dk1"/>
                </a:solidFill>
                <a:latin typeface="Source Sans Pro"/>
                <a:ea typeface="Source Sans Pro"/>
                <a:cs typeface="Source Sans Pro"/>
                <a:sym typeface="Source Sans Pro"/>
              </a:defRPr>
            </a:lvl9pPr>
          </a:lstStyle>
          <a:p>
            <a:endParaRPr dirty="0"/>
          </a:p>
        </p:txBody>
      </p:sp>
      <p:sp>
        <p:nvSpPr>
          <p:cNvPr id="8" name="Google Shape;8;p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mj-lt"/>
                <a:ea typeface="Source Sans Pro"/>
                <a:cs typeface="Source Sans Pro"/>
                <a:sym typeface="Source Sans Pro"/>
              </a:defRPr>
            </a:lvl1pPr>
            <a:lvl2pPr marL="0" marR="0" lvl="1"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2pPr>
            <a:lvl3pPr marL="0" marR="0" lvl="2"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3pPr>
            <a:lvl4pPr marL="0" marR="0" lvl="3"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4pPr>
            <a:lvl5pPr marL="0" marR="0" lvl="4"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5pPr>
            <a:lvl6pPr marL="0" marR="0" lvl="5"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6pPr>
            <a:lvl7pPr marL="0" marR="0" lvl="6"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7pPr>
            <a:lvl8pPr marL="0" marR="0" lvl="7"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8pPr>
            <a:lvl9pPr marL="0" marR="0" lvl="8" indent="0" algn="r" rtl="0">
              <a:lnSpc>
                <a:spcPct val="100000"/>
              </a:lnSpc>
              <a:spcBef>
                <a:spcPts val="0"/>
              </a:spcBef>
              <a:spcAft>
                <a:spcPts val="0"/>
              </a:spcAft>
              <a:buClr>
                <a:srgbClr val="000000"/>
              </a:buClr>
              <a:buSzPts val="1300"/>
              <a:buFont typeface="Arial"/>
              <a:buNone/>
              <a:defRPr sz="1300" b="1" i="0" u="none" strike="noStrike" cap="none">
                <a:solidFill>
                  <a:schemeClr val="accent1"/>
                </a:solidFill>
                <a:latin typeface="Source Sans Pro"/>
                <a:ea typeface="Source Sans Pro"/>
                <a:cs typeface="Source Sans Pro"/>
                <a:sym typeface="Source Sans Pro"/>
              </a:defRPr>
            </a:lvl9pPr>
          </a:lstStyle>
          <a:p>
            <a:fld id="{00000000-1234-1234-1234-123412341234}" type="slidenum">
              <a:rPr lang="en" smtClean="0"/>
              <a:pPr/>
              <a:t>‹#›</a:t>
            </a:fld>
            <a:endParaRPr lang="en" dirty="0">
              <a:ea typeface="Roboto Slab"/>
              <a:cs typeface="Roboto Slab"/>
              <a:sym typeface="Roboto Slab"/>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810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
        <p:cNvGrpSpPr/>
        <p:nvPr/>
      </p:nvGrpSpPr>
      <p:grpSpPr>
        <a:xfrm>
          <a:off x="0" y="0"/>
          <a:ext cx="0" cy="0"/>
          <a:chOff x="0" y="0"/>
          <a:chExt cx="0" cy="0"/>
        </a:xfrm>
      </p:grpSpPr>
      <p:sp>
        <p:nvSpPr>
          <p:cNvPr id="78" name="Google Shape;78;p14"/>
          <p:cNvSpPr txBox="1">
            <a:spLocks noGrp="1"/>
          </p:cNvSpPr>
          <p:nvPr>
            <p:ph type="body" idx="4294967295"/>
          </p:nvPr>
        </p:nvSpPr>
        <p:spPr>
          <a:xfrm>
            <a:off x="1637500" y="2464400"/>
            <a:ext cx="4907130" cy="14632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3000"/>
              <a:buNone/>
            </a:pPr>
            <a:r>
              <a:rPr lang="en" sz="1900" dirty="0">
                <a:latin typeface="Arial" panose="020B0604020202020204" pitchFamily="34" charset="0"/>
                <a:cs typeface="Arial" panose="020B0604020202020204" pitchFamily="34" charset="0"/>
              </a:rPr>
              <a:t>Senior Datawarehouse Engineer</a:t>
            </a:r>
          </a:p>
          <a:p>
            <a:pPr marL="0" lvl="0" indent="0" algn="l" rtl="0">
              <a:lnSpc>
                <a:spcPct val="100000"/>
              </a:lnSpc>
              <a:spcBef>
                <a:spcPts val="600"/>
              </a:spcBef>
              <a:spcAft>
                <a:spcPts val="0"/>
              </a:spcAft>
              <a:buSzPts val="3000"/>
              <a:buNone/>
            </a:pPr>
            <a:r>
              <a:rPr lang="en" sz="1900" dirty="0">
                <a:solidFill>
                  <a:srgbClr val="292929"/>
                </a:solidFill>
                <a:latin typeface="Arial" panose="020B0604020202020204" pitchFamily="34" charset="0"/>
                <a:cs typeface="Arial" panose="020B0604020202020204" pitchFamily="34" charset="0"/>
              </a:rPr>
              <a:t>@</a:t>
            </a:r>
            <a:r>
              <a:rPr lang="en-US" sz="1900" dirty="0">
                <a:solidFill>
                  <a:srgbClr val="EF4F63"/>
                </a:solidFill>
                <a:latin typeface="Arial" panose="020B0604020202020204" pitchFamily="34" charset="0"/>
                <a:cs typeface="Arial" panose="020B0604020202020204" pitchFamily="34" charset="0"/>
              </a:rPr>
              <a:t>.</a:t>
            </a:r>
            <a:endParaRPr dirty="0">
              <a:solidFill>
                <a:srgbClr val="662375"/>
              </a:solidFill>
              <a:latin typeface="Arial" panose="020B0604020202020204" pitchFamily="34" charset="0"/>
              <a:cs typeface="Arial" panose="020B0604020202020204" pitchFamily="34" charset="0"/>
            </a:endParaRPr>
          </a:p>
          <a:p>
            <a:pPr marL="0" lvl="0" indent="0" algn="l" rtl="0">
              <a:lnSpc>
                <a:spcPct val="100000"/>
              </a:lnSpc>
              <a:spcBef>
                <a:spcPts val="600"/>
              </a:spcBef>
              <a:spcAft>
                <a:spcPts val="0"/>
              </a:spcAft>
              <a:buSzPts val="3000"/>
              <a:buNone/>
            </a:pPr>
            <a:r>
              <a:rPr lang="en" sz="1900" b="1" dirty="0">
                <a:latin typeface="Arial" panose="020B0604020202020204" pitchFamily="34" charset="0"/>
                <a:cs typeface="Arial" panose="020B0604020202020204" pitchFamily="34" charset="0"/>
              </a:rPr>
              <a:t>Linkedin:</a:t>
            </a:r>
            <a:r>
              <a:rPr lang="en" sz="1900" dirty="0">
                <a:latin typeface="Arial" panose="020B0604020202020204" pitchFamily="34" charset="0"/>
                <a:cs typeface="Arial" panose="020B0604020202020204" pitchFamily="34" charset="0"/>
              </a:rPr>
              <a:t> </a:t>
            </a:r>
            <a:r>
              <a:rPr lang="en-US" sz="1900" dirty="0">
                <a:latin typeface="Arial" panose="020B0604020202020204" pitchFamily="34" charset="0"/>
                <a:cs typeface="Arial" panose="020B0604020202020204" pitchFamily="34" charset="0"/>
              </a:rPr>
              <a:t>@</a:t>
            </a:r>
            <a:endParaRPr sz="1900" dirty="0">
              <a:latin typeface="Arial" panose="020B0604020202020204" pitchFamily="34" charset="0"/>
              <a:cs typeface="Arial" panose="020B0604020202020204" pitchFamily="34" charset="0"/>
            </a:endParaRPr>
          </a:p>
        </p:txBody>
      </p:sp>
      <p:sp>
        <p:nvSpPr>
          <p:cNvPr id="79" name="Google Shape;79;p14"/>
          <p:cNvSpPr/>
          <p:nvPr/>
        </p:nvSpPr>
        <p:spPr>
          <a:xfrm>
            <a:off x="5880381" y="2562025"/>
            <a:ext cx="1381800" cy="13656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4"/>
          <p:cNvSpPr txBox="1">
            <a:spLocks noGrp="1"/>
          </p:cNvSpPr>
          <p:nvPr>
            <p:ph type="ctrTitle" idx="4294967295"/>
          </p:nvPr>
        </p:nvSpPr>
        <p:spPr>
          <a:xfrm>
            <a:off x="1637500" y="668944"/>
            <a:ext cx="5642100" cy="1159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accent1"/>
              </a:buClr>
              <a:buSzPts val="2000"/>
              <a:buFont typeface="Roboto Slab"/>
              <a:buNone/>
            </a:pPr>
            <a:r>
              <a:rPr lang="en" sz="6000" b="1" i="0" u="none" strike="noStrike" cap="none" dirty="0">
                <a:solidFill>
                  <a:schemeClr val="accent1"/>
                </a:solidFill>
                <a:latin typeface="Roboto Slab"/>
                <a:ea typeface="Roboto Slab"/>
                <a:cs typeface="Roboto Slab"/>
                <a:sym typeface="Roboto Slab"/>
              </a:rPr>
              <a:t>Welcome!</a:t>
            </a:r>
            <a:endParaRPr sz="6000" b="1" i="0" u="none" strike="noStrike" cap="none" dirty="0">
              <a:solidFill>
                <a:schemeClr val="accent1"/>
              </a:solidFill>
              <a:latin typeface="Roboto Slab"/>
              <a:ea typeface="Roboto Slab"/>
              <a:cs typeface="Roboto Slab"/>
              <a:sym typeface="Roboto Slab"/>
            </a:endParaRPr>
          </a:p>
        </p:txBody>
      </p:sp>
      <p:sp>
        <p:nvSpPr>
          <p:cNvPr id="81" name="Google Shape;81;p14"/>
          <p:cNvSpPr txBox="1">
            <a:spLocks noGrp="1"/>
          </p:cNvSpPr>
          <p:nvPr>
            <p:ph type="subTitle" idx="4294967295"/>
          </p:nvPr>
        </p:nvSpPr>
        <p:spPr>
          <a:xfrm>
            <a:off x="1637500" y="1639913"/>
            <a:ext cx="5642100" cy="78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accent4"/>
              </a:buClr>
              <a:buSzPts val="3000"/>
              <a:buFont typeface="Source Sans Pro"/>
              <a:buNone/>
            </a:pPr>
            <a:r>
              <a:rPr lang="en" sz="3600" b="1" i="0" u="none" strike="noStrike" cap="none" dirty="0">
                <a:solidFill>
                  <a:schemeClr val="dk1"/>
                </a:solidFill>
                <a:latin typeface="+mj-lt"/>
                <a:ea typeface="Source Sans Pro"/>
                <a:cs typeface="Source Sans Pro"/>
                <a:sym typeface="Source Sans Pro"/>
              </a:rPr>
              <a:t>I am ________</a:t>
            </a:r>
            <a:endParaRPr sz="3600" b="1" i="0" u="none" strike="noStrike" cap="none" dirty="0">
              <a:solidFill>
                <a:schemeClr val="dk1"/>
              </a:solidFill>
              <a:latin typeface="+mj-lt"/>
              <a:ea typeface="Source Sans Pro"/>
              <a:cs typeface="Source Sans Pro"/>
              <a:sym typeface="Source Sans Pro"/>
            </a:endParaRPr>
          </a:p>
        </p:txBody>
      </p:sp>
      <p:cxnSp>
        <p:nvCxnSpPr>
          <p:cNvPr id="83" name="Google Shape;83;p14"/>
          <p:cNvCxnSpPr/>
          <p:nvPr/>
        </p:nvCxnSpPr>
        <p:spPr>
          <a:xfrm>
            <a:off x="6694986" y="3933625"/>
            <a:ext cx="214500" cy="856800"/>
          </a:xfrm>
          <a:prstGeom prst="straightConnector1">
            <a:avLst/>
          </a:prstGeom>
          <a:noFill/>
          <a:ln w="9525" cap="flat" cmpd="sng">
            <a:solidFill>
              <a:srgbClr val="CFD8DC"/>
            </a:solidFill>
            <a:prstDash val="solid"/>
            <a:round/>
            <a:headEnd type="none" w="sm" len="sm"/>
            <a:tailEnd type="none" w="sm" len="sm"/>
          </a:ln>
        </p:spPr>
      </p:cxnSp>
      <p:cxnSp>
        <p:nvCxnSpPr>
          <p:cNvPr id="84" name="Google Shape;84;p14"/>
          <p:cNvCxnSpPr/>
          <p:nvPr/>
        </p:nvCxnSpPr>
        <p:spPr>
          <a:xfrm>
            <a:off x="7059842" y="3727574"/>
            <a:ext cx="394200" cy="525600"/>
          </a:xfrm>
          <a:prstGeom prst="straightConnector1">
            <a:avLst/>
          </a:prstGeom>
          <a:noFill/>
          <a:ln w="9525" cap="flat" cmpd="sng">
            <a:solidFill>
              <a:srgbClr val="CFD8DC"/>
            </a:solidFill>
            <a:prstDash val="solid"/>
            <a:round/>
            <a:headEnd type="none" w="sm" len="sm"/>
            <a:tailEnd type="none" w="sm" len="sm"/>
          </a:ln>
        </p:spPr>
      </p:cxnSp>
      <p:cxnSp>
        <p:nvCxnSpPr>
          <p:cNvPr id="85" name="Google Shape;85;p14"/>
          <p:cNvCxnSpPr/>
          <p:nvPr/>
        </p:nvCxnSpPr>
        <p:spPr>
          <a:xfrm>
            <a:off x="7224089" y="3501963"/>
            <a:ext cx="752400" cy="464100"/>
          </a:xfrm>
          <a:prstGeom prst="straightConnector1">
            <a:avLst/>
          </a:prstGeom>
          <a:noFill/>
          <a:ln w="9525" cap="flat" cmpd="sng">
            <a:solidFill>
              <a:srgbClr val="CFD8DC"/>
            </a:solidFill>
            <a:prstDash val="solid"/>
            <a:round/>
            <a:headEnd type="none" w="sm" len="sm"/>
            <a:tailEnd type="none" w="sm" len="sm"/>
          </a:ln>
        </p:spPr>
      </p:cxnSp>
      <p:sp>
        <p:nvSpPr>
          <p:cNvPr id="86" name="Google Shape;86;p14"/>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1</a:t>
            </a:fld>
            <a:endParaRPr/>
          </a:p>
        </p:txBody>
      </p:sp>
      <p:sp>
        <p:nvSpPr>
          <p:cNvPr id="87" name="Google Shape;87;p14"/>
          <p:cNvSpPr/>
          <p:nvPr/>
        </p:nvSpPr>
        <p:spPr>
          <a:xfrm>
            <a:off x="1188725" y="350525"/>
            <a:ext cx="114300" cy="129600"/>
          </a:xfrm>
          <a:prstGeom prst="ellipse">
            <a:avLst/>
          </a:prstGeom>
          <a:solidFill>
            <a:srgbClr val="EF4F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4"/>
          <p:cNvSpPr/>
          <p:nvPr/>
        </p:nvSpPr>
        <p:spPr>
          <a:xfrm>
            <a:off x="998225" y="929625"/>
            <a:ext cx="114300" cy="129600"/>
          </a:xfrm>
          <a:prstGeom prst="ellipse">
            <a:avLst/>
          </a:prstGeom>
          <a:solidFill>
            <a:srgbClr val="EF4F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4"/>
          <p:cNvSpPr/>
          <p:nvPr/>
        </p:nvSpPr>
        <p:spPr>
          <a:xfrm>
            <a:off x="388625" y="1783075"/>
            <a:ext cx="114300" cy="129600"/>
          </a:xfrm>
          <a:prstGeom prst="ellipse">
            <a:avLst/>
          </a:prstGeom>
          <a:solidFill>
            <a:srgbClr val="EF4F6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4"/>
          <p:cNvSpPr/>
          <p:nvPr/>
        </p:nvSpPr>
        <p:spPr>
          <a:xfrm>
            <a:off x="76200" y="1184050"/>
            <a:ext cx="114300" cy="129600"/>
          </a:xfrm>
          <a:prstGeom prst="ellipse">
            <a:avLst/>
          </a:prstGeom>
          <a:solidFill>
            <a:srgbClr val="AF00D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ctrTitle"/>
          </p:nvPr>
        </p:nvSpPr>
        <p:spPr>
          <a:xfrm>
            <a:off x="1519199" y="1153650"/>
            <a:ext cx="6410400" cy="1159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800"/>
              <a:buNone/>
            </a:pPr>
            <a:r>
              <a:rPr lang="en" sz="4000" dirty="0"/>
              <a:t>Introduction to Programming </a:t>
            </a:r>
            <a:endParaRPr sz="4000" dirty="0"/>
          </a:p>
        </p:txBody>
      </p:sp>
    </p:spTree>
    <p:extLst>
      <p:ext uri="{BB962C8B-B14F-4D97-AF65-F5344CB8AC3E}">
        <p14:creationId xmlns:p14="http://schemas.microsoft.com/office/powerpoint/2010/main" val="2335115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r>
              <a:rPr lang="en-US" dirty="0"/>
              <a:t>What Why How?</a:t>
            </a:r>
          </a:p>
          <a:p>
            <a:endParaRPr lang="en-US" dirty="0"/>
          </a:p>
        </p:txBody>
      </p:sp>
      <p:sp>
        <p:nvSpPr>
          <p:cNvPr id="2" name="Slide Number Placeholder 1"/>
          <p:cNvSpPr>
            <a:spLocks noGrp="1"/>
          </p:cNvSpPr>
          <p:nvPr>
            <p:ph type="sldNum" idx="12"/>
          </p:nvPr>
        </p:nvSpPr>
        <p:spPr/>
        <p:txBody>
          <a:bodyPr/>
          <a:lstStyle/>
          <a:p>
            <a:fld id="{00000000-1234-1234-1234-123412341234}" type="slidenum">
              <a:rPr lang="en" smtClean="0"/>
              <a:pPr/>
              <a:t>3</a:t>
            </a:fld>
            <a:endParaRPr lang="en" dirty="0"/>
          </a:p>
        </p:txBody>
      </p:sp>
    </p:spTree>
    <p:extLst>
      <p:ext uri="{BB962C8B-B14F-4D97-AF65-F5344CB8AC3E}">
        <p14:creationId xmlns:p14="http://schemas.microsoft.com/office/powerpoint/2010/main" val="943862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a:latin typeface="Arial" panose="020B0604020202020204" pitchFamily="34" charset="0"/>
                <a:cs typeface="Arial" panose="020B0604020202020204" pitchFamily="34" charset="0"/>
              </a:rPr>
              <a:t>Print Statement</a:t>
            </a:r>
          </a:p>
        </p:txBody>
      </p:sp>
      <p:sp>
        <p:nvSpPr>
          <p:cNvPr id="4" name="Text Placeholder 3"/>
          <p:cNvSpPr>
            <a:spLocks noGrp="1"/>
          </p:cNvSpPr>
          <p:nvPr>
            <p:ph type="body" idx="1"/>
          </p:nvPr>
        </p:nvSpPr>
        <p:spPr/>
        <p:txBody>
          <a:bodyPr/>
          <a:lstStyle/>
          <a:p>
            <a:r>
              <a:rPr lang="en-US" sz="1600" dirty="0">
                <a:latin typeface="Arial" panose="020B0604020202020204" pitchFamily="34" charset="0"/>
                <a:cs typeface="Arial" panose="020B0604020202020204" pitchFamily="34" charset="0"/>
              </a:rPr>
              <a:t>We use print statement to see the result/output of the processing that we write code for to see whether the code is producing the output that we need or not.</a:t>
            </a:r>
          </a:p>
          <a:p>
            <a:r>
              <a:rPr lang="en-US" sz="1600" dirty="0">
                <a:latin typeface="Arial" panose="020B0604020202020204" pitchFamily="34" charset="0"/>
                <a:cs typeface="Arial" panose="020B0604020202020204" pitchFamily="34" charset="0"/>
              </a:rPr>
              <a:t>It helps in printing user friendly messages to end users.</a:t>
            </a:r>
          </a:p>
          <a:p>
            <a:r>
              <a:rPr lang="en-US" sz="1600" dirty="0">
                <a:latin typeface="Arial" panose="020B0604020202020204" pitchFamily="34" charset="0"/>
                <a:cs typeface="Arial" panose="020B0604020202020204" pitchFamily="34" charset="0"/>
              </a:rPr>
              <a:t>In real world applications User Interface is used instead of print statement to have better user experience for end users who don’t know about programming or terminals.</a:t>
            </a:r>
          </a:p>
          <a:p>
            <a:r>
              <a:rPr lang="en-US" sz="1600" dirty="0">
                <a:latin typeface="Arial" panose="020B0604020202020204" pitchFamily="34" charset="0"/>
                <a:cs typeface="Arial" panose="020B0604020202020204" pitchFamily="34" charset="0"/>
              </a:rPr>
              <a:t>Always use print statement whenever you need to understand the code at each step.</a:t>
            </a:r>
          </a:p>
        </p:txBody>
      </p:sp>
    </p:spTree>
    <p:extLst>
      <p:ext uri="{BB962C8B-B14F-4D97-AF65-F5344CB8AC3E}">
        <p14:creationId xmlns:p14="http://schemas.microsoft.com/office/powerpoint/2010/main" val="1240707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sz="2800" b="1" dirty="0">
                <a:latin typeface="Arial" panose="020B0604020202020204" pitchFamily="34" charset="0"/>
                <a:cs typeface="Arial" panose="020B0604020202020204" pitchFamily="34" charset="0"/>
              </a:rPr>
              <a:t>Variables and Data Types</a:t>
            </a:r>
            <a:endParaRPr lang="en-US"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
        <p:nvSpPr>
          <p:cNvPr id="4" name="Rectangle 3"/>
          <p:cNvSpPr/>
          <p:nvPr/>
        </p:nvSpPr>
        <p:spPr>
          <a:xfrm>
            <a:off x="5666508" y="2233715"/>
            <a:ext cx="2376054" cy="8035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Data Type </a:t>
            </a:r>
            <a:r>
              <a:rPr lang="en-US" b="1" dirty="0">
                <a:sym typeface="Wingdings" panose="05000000000000000000" pitchFamily="2" charset="2"/>
              </a:rPr>
              <a:t> </a:t>
            </a:r>
            <a:r>
              <a:rPr lang="en-US" b="1" dirty="0"/>
              <a:t>Gold</a:t>
            </a:r>
          </a:p>
        </p:txBody>
      </p:sp>
      <p:sp>
        <p:nvSpPr>
          <p:cNvPr id="5" name="Rectangle 4"/>
          <p:cNvSpPr/>
          <p:nvPr/>
        </p:nvSpPr>
        <p:spPr>
          <a:xfrm>
            <a:off x="5666508" y="1239651"/>
            <a:ext cx="2376054" cy="8035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Data Type </a:t>
            </a:r>
            <a:r>
              <a:rPr lang="en-US" b="1" dirty="0">
                <a:sym typeface="Wingdings" panose="05000000000000000000" pitchFamily="2" charset="2"/>
              </a:rPr>
              <a:t> </a:t>
            </a:r>
            <a:r>
              <a:rPr lang="en-US" b="1" dirty="0"/>
              <a:t>Silver</a:t>
            </a:r>
          </a:p>
        </p:txBody>
      </p:sp>
      <p:sp>
        <p:nvSpPr>
          <p:cNvPr id="6" name="Rectangle 5"/>
          <p:cNvSpPr/>
          <p:nvPr/>
        </p:nvSpPr>
        <p:spPr>
          <a:xfrm>
            <a:off x="5666508" y="3227779"/>
            <a:ext cx="2376054" cy="8035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Data Type </a:t>
            </a:r>
            <a:r>
              <a:rPr lang="en-US" b="1" dirty="0">
                <a:sym typeface="Wingdings" panose="05000000000000000000" pitchFamily="2" charset="2"/>
              </a:rPr>
              <a:t> </a:t>
            </a:r>
            <a:r>
              <a:rPr lang="en-US" b="1" dirty="0"/>
              <a:t>Dollar</a:t>
            </a:r>
          </a:p>
        </p:txBody>
      </p:sp>
      <p:sp>
        <p:nvSpPr>
          <p:cNvPr id="7" name="TextBox 6"/>
          <p:cNvSpPr txBox="1"/>
          <p:nvPr/>
        </p:nvSpPr>
        <p:spPr>
          <a:xfrm>
            <a:off x="928255" y="1378527"/>
            <a:ext cx="4232563" cy="2339102"/>
          </a:xfrm>
          <a:prstGeom prst="rect">
            <a:avLst/>
          </a:prstGeom>
          <a:noFill/>
        </p:spPr>
        <p:txBody>
          <a:bodyPr wrap="square" rtlCol="0">
            <a:spAutoFit/>
          </a:bodyPr>
          <a:lstStyle/>
          <a:p>
            <a:r>
              <a:rPr lang="en-US" sz="2000" b="1" dirty="0">
                <a:solidFill>
                  <a:schemeClr val="accent1"/>
                </a:solidFill>
              </a:rPr>
              <a:t>Bank Account/Locker:</a:t>
            </a:r>
          </a:p>
          <a:p>
            <a:endParaRPr lang="en-US" b="1" dirty="0"/>
          </a:p>
          <a:p>
            <a:r>
              <a:rPr lang="en-US" dirty="0"/>
              <a:t>If we open a dollar account in any bank or we get a locker where we can put our gold or silver &amp; we can put any amount or quantity in those, then:</a:t>
            </a:r>
          </a:p>
          <a:p>
            <a:endParaRPr lang="en-US" dirty="0"/>
          </a:p>
          <a:p>
            <a:pPr marL="285750" lvl="6" indent="-285750">
              <a:buFont typeface="Arial" panose="020B0604020202020204" pitchFamily="34" charset="0"/>
              <a:buChar char="•"/>
            </a:pPr>
            <a:r>
              <a:rPr lang="en-US" dirty="0"/>
              <a:t>The locker or account </a:t>
            </a:r>
            <a:r>
              <a:rPr lang="en-US" dirty="0">
                <a:sym typeface="Wingdings" panose="05000000000000000000" pitchFamily="2" charset="2"/>
              </a:rPr>
              <a:t> </a:t>
            </a:r>
            <a:r>
              <a:rPr lang="en-US" b="1" dirty="0">
                <a:sym typeface="Wingdings" panose="05000000000000000000" pitchFamily="2" charset="2"/>
              </a:rPr>
              <a:t>Variable</a:t>
            </a:r>
          </a:p>
          <a:p>
            <a:pPr marL="285750" lvl="6" indent="-285750">
              <a:buFont typeface="Arial" panose="020B0604020202020204" pitchFamily="34" charset="0"/>
              <a:buChar char="•"/>
            </a:pPr>
            <a:r>
              <a:rPr lang="en-US" dirty="0">
                <a:sym typeface="Wingdings" panose="05000000000000000000" pitchFamily="2" charset="2"/>
              </a:rPr>
              <a:t>Type of thing we keep in  </a:t>
            </a:r>
            <a:r>
              <a:rPr lang="en-US" b="1" dirty="0">
                <a:sym typeface="Wingdings" panose="05000000000000000000" pitchFamily="2" charset="2"/>
              </a:rPr>
              <a:t>Data Type</a:t>
            </a:r>
          </a:p>
          <a:p>
            <a:pPr marL="285750" lvl="6" indent="-285750">
              <a:buFont typeface="Arial" panose="020B0604020202020204" pitchFamily="34" charset="0"/>
              <a:buChar char="•"/>
            </a:pPr>
            <a:r>
              <a:rPr lang="en-US" dirty="0">
                <a:sym typeface="Wingdings" panose="05000000000000000000" pitchFamily="2" charset="2"/>
              </a:rPr>
              <a:t>The limit or physical size of the account/locker  </a:t>
            </a:r>
            <a:r>
              <a:rPr lang="en-US" b="1" dirty="0">
                <a:sym typeface="Wingdings" panose="05000000000000000000" pitchFamily="2" charset="2"/>
              </a:rPr>
              <a:t>Size of the Data Type</a:t>
            </a:r>
          </a:p>
        </p:txBody>
      </p:sp>
    </p:spTree>
    <p:extLst>
      <p:ext uri="{BB962C8B-B14F-4D97-AF65-F5344CB8AC3E}">
        <p14:creationId xmlns:p14="http://schemas.microsoft.com/office/powerpoint/2010/main" val="2972038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body" idx="1"/>
          </p:nvPr>
        </p:nvSpPr>
        <p:spPr>
          <a:xfrm>
            <a:off x="709950" y="789525"/>
            <a:ext cx="7694400" cy="2769959"/>
          </a:xfrm>
          <a:prstGeom prst="rect">
            <a:avLst/>
          </a:prstGeom>
          <a:noFill/>
          <a:ln>
            <a:noFill/>
          </a:ln>
        </p:spPr>
        <p:txBody>
          <a:bodyPr spcFirstLastPara="1" wrap="square" lIns="91425" tIns="91425" rIns="91425" bIns="91425" anchor="t" anchorCtr="0">
            <a:spAutoFit/>
          </a:bodyPr>
          <a:lstStyle/>
          <a:p>
            <a:pPr marL="165100" lvl="0" indent="0" algn="l" rtl="0">
              <a:lnSpc>
                <a:spcPct val="150000"/>
              </a:lnSpc>
              <a:spcBef>
                <a:spcPts val="0"/>
              </a:spcBef>
              <a:spcAft>
                <a:spcPts val="0"/>
              </a:spcAft>
              <a:buClr>
                <a:srgbClr val="000000"/>
              </a:buClr>
              <a:buSzPts val="1000"/>
              <a:buNone/>
            </a:pPr>
            <a:r>
              <a:rPr lang="en-US" sz="1600" b="1" dirty="0">
                <a:solidFill>
                  <a:srgbClr val="000000"/>
                </a:solidFill>
                <a:latin typeface="Arial"/>
                <a:ea typeface="Arial"/>
                <a:cs typeface="Arial"/>
                <a:sym typeface="Arial"/>
              </a:rPr>
              <a:t>If – Else</a:t>
            </a:r>
          </a:p>
          <a:p>
            <a:pPr marL="165100" lvl="0" indent="0" algn="l" rtl="0">
              <a:lnSpc>
                <a:spcPct val="150000"/>
              </a:lnSpc>
              <a:spcBef>
                <a:spcPts val="0"/>
              </a:spcBef>
              <a:spcAft>
                <a:spcPts val="0"/>
              </a:spcAft>
              <a:buClr>
                <a:srgbClr val="000000"/>
              </a:buClr>
              <a:buSzPts val="1000"/>
              <a:buNone/>
            </a:pPr>
            <a:r>
              <a:rPr lang="en-US" sz="1600" b="1" dirty="0">
                <a:solidFill>
                  <a:srgbClr val="000000"/>
                </a:solidFill>
                <a:latin typeface="Arial"/>
                <a:ea typeface="Arial"/>
                <a:cs typeface="Arial"/>
                <a:sym typeface="Arial"/>
              </a:rPr>
              <a:t>We use if/else to take Condition Based Decisions</a:t>
            </a:r>
            <a:r>
              <a:rPr lang="en-US" sz="1600" dirty="0">
                <a:solidFill>
                  <a:srgbClr val="000000"/>
                </a:solidFill>
                <a:latin typeface="Arial"/>
                <a:ea typeface="Arial"/>
                <a:cs typeface="Arial"/>
                <a:sym typeface="Arial"/>
              </a:rPr>
              <a:t> </a:t>
            </a:r>
            <a:r>
              <a:rPr lang="en-US" sz="1600" b="1" dirty="0">
                <a:solidFill>
                  <a:srgbClr val="000000"/>
                </a:solidFill>
                <a:latin typeface="Arial"/>
                <a:ea typeface="Arial"/>
                <a:cs typeface="Arial"/>
                <a:sym typeface="Arial"/>
              </a:rPr>
              <a:t>in our daily lives.</a:t>
            </a:r>
          </a:p>
          <a:p>
            <a:pPr marL="165100" lvl="0" indent="0" algn="l" rtl="0">
              <a:lnSpc>
                <a:spcPct val="150000"/>
              </a:lnSpc>
              <a:spcBef>
                <a:spcPts val="0"/>
              </a:spcBef>
              <a:spcAft>
                <a:spcPts val="0"/>
              </a:spcAft>
              <a:buClr>
                <a:srgbClr val="000000"/>
              </a:buClr>
              <a:buSzPts val="1000"/>
              <a:buNone/>
            </a:pPr>
            <a:r>
              <a:rPr lang="en-US" sz="1600" dirty="0">
                <a:solidFill>
                  <a:srgbClr val="000000"/>
                </a:solidFill>
                <a:latin typeface="Arial"/>
                <a:ea typeface="Arial"/>
                <a:cs typeface="Arial"/>
                <a:sym typeface="Arial"/>
              </a:rPr>
              <a:t>For Example:</a:t>
            </a:r>
          </a:p>
          <a:p>
            <a:pPr lvl="1" indent="-292100">
              <a:lnSpc>
                <a:spcPct val="150000"/>
              </a:lnSpc>
              <a:buClr>
                <a:srgbClr val="000000"/>
              </a:buClr>
              <a:buSzPts val="1000"/>
              <a:buFont typeface="Arial"/>
              <a:buChar char="●"/>
            </a:pPr>
            <a:r>
              <a:rPr lang="en-US" sz="1600" dirty="0">
                <a:solidFill>
                  <a:srgbClr val="000000"/>
                </a:solidFill>
                <a:latin typeface="Arial"/>
                <a:ea typeface="Arial"/>
                <a:cs typeface="Arial"/>
                <a:sym typeface="Arial"/>
              </a:rPr>
              <a:t>Should I go to the office from Route A or Route B?</a:t>
            </a:r>
          </a:p>
          <a:p>
            <a:pPr lvl="1" indent="-292100">
              <a:lnSpc>
                <a:spcPct val="150000"/>
              </a:lnSpc>
              <a:buClr>
                <a:srgbClr val="000000"/>
              </a:buClr>
              <a:buSzPts val="1000"/>
              <a:buFont typeface="Arial"/>
              <a:buChar char="●"/>
            </a:pPr>
            <a:r>
              <a:rPr lang="en-US" sz="1600" dirty="0">
                <a:solidFill>
                  <a:srgbClr val="000000"/>
                </a:solidFill>
                <a:latin typeface="Arial"/>
                <a:ea typeface="Arial"/>
                <a:cs typeface="Arial"/>
                <a:sym typeface="Arial"/>
              </a:rPr>
              <a:t>Automated Car Deciding when to speed up or slow down?</a:t>
            </a:r>
          </a:p>
          <a:p>
            <a:pPr lvl="1" indent="-292100">
              <a:lnSpc>
                <a:spcPct val="150000"/>
              </a:lnSpc>
              <a:buClr>
                <a:srgbClr val="000000"/>
              </a:buClr>
              <a:buSzPts val="1000"/>
              <a:buFont typeface="Arial"/>
              <a:buChar char="●"/>
            </a:pPr>
            <a:r>
              <a:rPr lang="en-US" sz="1600" dirty="0">
                <a:solidFill>
                  <a:srgbClr val="000000"/>
                </a:solidFill>
                <a:latin typeface="Arial"/>
                <a:ea typeface="Arial"/>
                <a:cs typeface="Arial"/>
                <a:sym typeface="Arial"/>
              </a:rPr>
              <a:t>Bank Account Balance</a:t>
            </a:r>
          </a:p>
          <a:p>
            <a:pPr lvl="1" indent="-292100">
              <a:lnSpc>
                <a:spcPct val="150000"/>
              </a:lnSpc>
              <a:buClr>
                <a:srgbClr val="000000"/>
              </a:buClr>
              <a:buSzPts val="1000"/>
              <a:buFont typeface="Arial"/>
              <a:buChar char="●"/>
            </a:pPr>
            <a:r>
              <a:rPr lang="en-US" sz="1600" dirty="0">
                <a:solidFill>
                  <a:srgbClr val="000000"/>
                </a:solidFill>
                <a:latin typeface="Arial"/>
                <a:ea typeface="Arial"/>
                <a:cs typeface="Arial"/>
                <a:sym typeface="Arial"/>
              </a:rPr>
              <a:t>Which store to buy grocery from?</a:t>
            </a:r>
          </a:p>
        </p:txBody>
      </p:sp>
      <p:sp>
        <p:nvSpPr>
          <p:cNvPr id="179" name="Google Shape;179;p27"/>
          <p:cNvSpPr txBox="1">
            <a:spLocks noGrp="1"/>
          </p:cNvSpPr>
          <p:nvPr>
            <p:ph type="title"/>
          </p:nvPr>
        </p:nvSpPr>
        <p:spPr>
          <a:xfrm>
            <a:off x="709950" y="308125"/>
            <a:ext cx="5732414" cy="393600"/>
          </a:xfrm>
          <a:prstGeom prst="rect">
            <a:avLst/>
          </a:prstGeom>
          <a:noFill/>
          <a:ln>
            <a:noFill/>
          </a:ln>
        </p:spPr>
        <p:txBody>
          <a:bodyPr spcFirstLastPara="1" wrap="square" lIns="91425" tIns="91425" rIns="91425" bIns="91425" anchor="b" anchorCtr="0">
            <a:noAutofit/>
          </a:bodyPr>
          <a:lstStyle/>
          <a:p>
            <a:pPr lvl="0"/>
            <a:r>
              <a:rPr lang="en" sz="2800" b="1" dirty="0"/>
              <a:t>Conditional Statements</a:t>
            </a:r>
            <a:endParaRPr sz="2800" b="1" dirty="0"/>
          </a:p>
        </p:txBody>
      </p:sp>
      <p:sp>
        <p:nvSpPr>
          <p:cNvPr id="180" name="Google Shape;180;p2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10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body" idx="1"/>
          </p:nvPr>
        </p:nvSpPr>
        <p:spPr>
          <a:xfrm>
            <a:off x="709950" y="789525"/>
            <a:ext cx="7694400" cy="3231624"/>
          </a:xfrm>
          <a:prstGeom prst="rect">
            <a:avLst/>
          </a:prstGeom>
          <a:noFill/>
          <a:ln>
            <a:noFill/>
          </a:ln>
        </p:spPr>
        <p:txBody>
          <a:bodyPr spcFirstLastPara="1" wrap="square" lIns="91425" tIns="91425" rIns="91425" bIns="91425" anchor="t" anchorCtr="0">
            <a:spAutoFit/>
          </a:bodyPr>
          <a:lstStyle/>
          <a:p>
            <a:pPr marL="165100" lvl="0" indent="0">
              <a:lnSpc>
                <a:spcPct val="150000"/>
              </a:lnSpc>
              <a:spcBef>
                <a:spcPts val="0"/>
              </a:spcBef>
              <a:buClr>
                <a:srgbClr val="000000"/>
              </a:buClr>
              <a:buSzPts val="1000"/>
              <a:buNone/>
            </a:pPr>
            <a:r>
              <a:rPr lang="en-US" sz="2000" b="1" dirty="0">
                <a:solidFill>
                  <a:srgbClr val="000000"/>
                </a:solidFill>
                <a:ea typeface="Arial"/>
                <a:cs typeface="Arial"/>
                <a:sym typeface="Arial"/>
              </a:rPr>
              <a:t>Loops</a:t>
            </a:r>
          </a:p>
          <a:p>
            <a:pPr marL="165100" lvl="0" indent="0" algn="l" rtl="0">
              <a:lnSpc>
                <a:spcPct val="150000"/>
              </a:lnSpc>
              <a:spcBef>
                <a:spcPts val="0"/>
              </a:spcBef>
              <a:spcAft>
                <a:spcPts val="0"/>
              </a:spcAft>
              <a:buClr>
                <a:srgbClr val="000000"/>
              </a:buClr>
              <a:buSzPts val="1000"/>
              <a:buNone/>
            </a:pPr>
            <a:r>
              <a:rPr lang="en-US" b="1" dirty="0">
                <a:solidFill>
                  <a:srgbClr val="000000"/>
                </a:solidFill>
                <a:latin typeface="Arial"/>
                <a:ea typeface="Arial"/>
                <a:cs typeface="Arial"/>
                <a:sym typeface="Arial"/>
              </a:rPr>
              <a:t>We use loops to perform repetitive tasks.</a:t>
            </a:r>
          </a:p>
          <a:p>
            <a:pPr marL="165100" lvl="0" indent="0" algn="l" rtl="0">
              <a:lnSpc>
                <a:spcPct val="150000"/>
              </a:lnSpc>
              <a:spcBef>
                <a:spcPts val="0"/>
              </a:spcBef>
              <a:spcAft>
                <a:spcPts val="0"/>
              </a:spcAft>
              <a:buClr>
                <a:srgbClr val="000000"/>
              </a:buClr>
              <a:buSzPts val="1000"/>
              <a:buNone/>
            </a:pPr>
            <a:r>
              <a:rPr lang="en-US" dirty="0">
                <a:solidFill>
                  <a:srgbClr val="000000"/>
                </a:solidFill>
                <a:latin typeface="Arial"/>
                <a:ea typeface="Arial"/>
                <a:cs typeface="Arial"/>
                <a:sym typeface="Arial"/>
              </a:rPr>
              <a:t>For Example:</a:t>
            </a:r>
          </a:p>
          <a:p>
            <a:pPr marL="450850" indent="-285750">
              <a:lnSpc>
                <a:spcPct val="150000"/>
              </a:lnSpc>
              <a:spcBef>
                <a:spcPts val="0"/>
              </a:spcBef>
              <a:buClr>
                <a:srgbClr val="000000"/>
              </a:buClr>
              <a:buSzPts val="1000"/>
            </a:pPr>
            <a:r>
              <a:rPr lang="en-US" dirty="0">
                <a:solidFill>
                  <a:srgbClr val="000000"/>
                </a:solidFill>
                <a:latin typeface="Arial"/>
                <a:ea typeface="Arial"/>
                <a:cs typeface="Arial"/>
                <a:sym typeface="Arial"/>
              </a:rPr>
              <a:t>Increment/Decrement Counter</a:t>
            </a:r>
          </a:p>
          <a:p>
            <a:pPr marL="450850" indent="-285750">
              <a:lnSpc>
                <a:spcPct val="150000"/>
              </a:lnSpc>
              <a:spcBef>
                <a:spcPts val="0"/>
              </a:spcBef>
              <a:buClr>
                <a:srgbClr val="000000"/>
              </a:buClr>
              <a:buSzPts val="1000"/>
            </a:pPr>
            <a:r>
              <a:rPr lang="en-US" dirty="0">
                <a:solidFill>
                  <a:srgbClr val="000000"/>
                </a:solidFill>
                <a:latin typeface="Arial"/>
                <a:ea typeface="Arial"/>
                <a:cs typeface="Arial"/>
                <a:sym typeface="Arial"/>
              </a:rPr>
              <a:t>Sending personalized emails one by one to all the employees</a:t>
            </a:r>
          </a:p>
          <a:p>
            <a:pPr marL="450850" indent="-285750">
              <a:lnSpc>
                <a:spcPct val="150000"/>
              </a:lnSpc>
              <a:spcBef>
                <a:spcPts val="0"/>
              </a:spcBef>
              <a:buClr>
                <a:srgbClr val="000000"/>
              </a:buClr>
              <a:buSzPts val="1000"/>
            </a:pPr>
            <a:r>
              <a:rPr lang="en-US" dirty="0">
                <a:solidFill>
                  <a:srgbClr val="000000"/>
                </a:solidFill>
                <a:latin typeface="Arial"/>
                <a:ea typeface="Arial"/>
                <a:cs typeface="Arial"/>
                <a:sym typeface="Arial"/>
              </a:rPr>
              <a:t>Accessing the rows one after the other in Microsoft excel.</a:t>
            </a:r>
          </a:p>
          <a:p>
            <a:pPr marL="450850" indent="-285750">
              <a:lnSpc>
                <a:spcPct val="150000"/>
              </a:lnSpc>
              <a:spcBef>
                <a:spcPts val="0"/>
              </a:spcBef>
              <a:buClr>
                <a:srgbClr val="000000"/>
              </a:buClr>
              <a:buSzPts val="1000"/>
            </a:pPr>
            <a:r>
              <a:rPr lang="en-US" dirty="0">
                <a:solidFill>
                  <a:srgbClr val="000000"/>
                </a:solidFill>
                <a:latin typeface="Arial"/>
                <a:ea typeface="Arial"/>
                <a:cs typeface="Arial"/>
                <a:sym typeface="Arial"/>
              </a:rPr>
              <a:t>Analyzing the product page one after another for product comparison on amazon or </a:t>
            </a:r>
            <a:r>
              <a:rPr lang="en-US" dirty="0" err="1">
                <a:solidFill>
                  <a:srgbClr val="000000"/>
                </a:solidFill>
                <a:latin typeface="Arial"/>
                <a:ea typeface="Arial"/>
                <a:cs typeface="Arial"/>
                <a:sym typeface="Arial"/>
              </a:rPr>
              <a:t>daraz</a:t>
            </a:r>
            <a:r>
              <a:rPr lang="en-US" dirty="0">
                <a:solidFill>
                  <a:srgbClr val="000000"/>
                </a:solidFill>
                <a:latin typeface="Arial"/>
                <a:ea typeface="Arial"/>
                <a:cs typeface="Arial"/>
                <a:sym typeface="Arial"/>
              </a:rPr>
              <a:t> etc.</a:t>
            </a:r>
          </a:p>
        </p:txBody>
      </p:sp>
      <p:sp>
        <p:nvSpPr>
          <p:cNvPr id="179" name="Google Shape;179;p27"/>
          <p:cNvSpPr txBox="1">
            <a:spLocks noGrp="1"/>
          </p:cNvSpPr>
          <p:nvPr>
            <p:ph type="title"/>
          </p:nvPr>
        </p:nvSpPr>
        <p:spPr>
          <a:xfrm>
            <a:off x="709950" y="308125"/>
            <a:ext cx="7571700" cy="393600"/>
          </a:xfrm>
          <a:prstGeom prst="rect">
            <a:avLst/>
          </a:prstGeom>
          <a:noFill/>
          <a:ln>
            <a:noFill/>
          </a:ln>
        </p:spPr>
        <p:txBody>
          <a:bodyPr spcFirstLastPara="1" wrap="square" lIns="91425" tIns="91425" rIns="91425" bIns="91425" anchor="b" anchorCtr="0">
            <a:noAutofit/>
          </a:bodyPr>
          <a:lstStyle/>
          <a:p>
            <a:pPr lvl="0"/>
            <a:r>
              <a:rPr lang="en" sz="2800" b="1" dirty="0"/>
              <a:t>Repetitive Tasks</a:t>
            </a:r>
            <a:endParaRPr sz="2800" b="1" dirty="0"/>
          </a:p>
        </p:txBody>
      </p:sp>
      <p:sp>
        <p:nvSpPr>
          <p:cNvPr id="180" name="Google Shape;180;p27"/>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7</a:t>
            </a:fld>
            <a:endParaRPr dirty="0"/>
          </a:p>
        </p:txBody>
      </p:sp>
    </p:spTree>
    <p:extLst>
      <p:ext uri="{BB962C8B-B14F-4D97-AF65-F5344CB8AC3E}">
        <p14:creationId xmlns:p14="http://schemas.microsoft.com/office/powerpoint/2010/main" val="153740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10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Reusability</a:t>
            </a:r>
          </a:p>
        </p:txBody>
      </p:sp>
      <p:sp>
        <p:nvSpPr>
          <p:cNvPr id="3" name="Text Placeholder 2"/>
          <p:cNvSpPr>
            <a:spLocks noGrp="1"/>
          </p:cNvSpPr>
          <p:nvPr>
            <p:ph type="body" idx="1"/>
          </p:nvPr>
        </p:nvSpPr>
        <p:spPr/>
        <p:txBody>
          <a:bodyPr/>
          <a:lstStyle/>
          <a:p>
            <a:pPr marL="76200" indent="0">
              <a:buNone/>
            </a:pPr>
            <a:r>
              <a:rPr lang="en-US" sz="2000" b="1" dirty="0"/>
              <a:t>Functions</a:t>
            </a:r>
          </a:p>
          <a:p>
            <a:pPr marL="76200" indent="0">
              <a:buNone/>
            </a:pPr>
            <a:r>
              <a:rPr lang="en-US" dirty="0"/>
              <a:t>We usually need to perform some tasks multiple times and wants to use the same functionality repeatedly with same experience.</a:t>
            </a:r>
          </a:p>
          <a:p>
            <a:pPr marL="76200" indent="0">
              <a:buNone/>
            </a:pPr>
            <a:r>
              <a:rPr lang="en-US" b="1" dirty="0"/>
              <a:t>For Example:</a:t>
            </a:r>
          </a:p>
          <a:p>
            <a:pPr lvl="1"/>
            <a:r>
              <a:rPr lang="en-US" sz="1600" dirty="0">
                <a:latin typeface="Arial" panose="020B0604020202020204" pitchFamily="34" charset="0"/>
                <a:cs typeface="Arial" panose="020B0604020202020204" pitchFamily="34" charset="0"/>
              </a:rPr>
              <a:t>Mobile Apps provide us the same functionality</a:t>
            </a:r>
          </a:p>
          <a:p>
            <a:pPr lvl="1"/>
            <a:r>
              <a:rPr lang="en-US" sz="1600" dirty="0">
                <a:latin typeface="Arial" panose="020B0604020202020204" pitchFamily="34" charset="0"/>
                <a:cs typeface="Arial" panose="020B0604020202020204" pitchFamily="34" charset="0"/>
              </a:rPr>
              <a:t>Air conditioner remote options</a:t>
            </a:r>
          </a:p>
          <a:p>
            <a:pPr lvl="1"/>
            <a:r>
              <a:rPr lang="en-US" sz="1600" dirty="0">
                <a:latin typeface="Arial" panose="020B0604020202020204" pitchFamily="34" charset="0"/>
                <a:cs typeface="Arial" panose="020B0604020202020204" pitchFamily="34" charset="0"/>
              </a:rPr>
              <a:t>Ordering a Pizza online with customizations</a:t>
            </a:r>
          </a:p>
          <a:p>
            <a:pPr lvl="1"/>
            <a:endParaRPr lang="en-US" sz="1600" dirty="0">
              <a:latin typeface="Arial" panose="020B0604020202020204" pitchFamily="34" charset="0"/>
              <a:cs typeface="Arial" panose="020B0604020202020204" pitchFamily="34" charset="0"/>
            </a:endParaRPr>
          </a:p>
          <a:p>
            <a:pPr lvl="1"/>
            <a:endParaRPr lang="en-US" sz="1600"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fld id="{00000000-1234-1234-1234-123412341234}" type="slidenum">
              <a:rPr lang="en" smtClean="0"/>
              <a:pPr/>
              <a:t>8</a:t>
            </a:fld>
            <a:endParaRPr lang="en" dirty="0"/>
          </a:p>
        </p:txBody>
      </p:sp>
    </p:spTree>
    <p:extLst>
      <p:ext uri="{BB962C8B-B14F-4D97-AF65-F5344CB8AC3E}">
        <p14:creationId xmlns:p14="http://schemas.microsoft.com/office/powerpoint/2010/main" val="2484738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a:t>
            </a:r>
          </a:p>
        </p:txBody>
      </p:sp>
      <p:sp>
        <p:nvSpPr>
          <p:cNvPr id="3" name="Text Placeholder 2"/>
          <p:cNvSpPr>
            <a:spLocks noGrp="1"/>
          </p:cNvSpPr>
          <p:nvPr>
            <p:ph type="body" idx="1"/>
          </p:nvPr>
        </p:nvSpPr>
        <p:spPr/>
        <p:txBody>
          <a:bodyPr/>
          <a:lstStyle/>
          <a:p>
            <a:pPr marL="76200" indent="0">
              <a:buNone/>
            </a:pPr>
            <a:r>
              <a:rPr lang="en-US" sz="2000" b="1" dirty="0"/>
              <a:t>Classes</a:t>
            </a:r>
          </a:p>
          <a:p>
            <a:pPr marL="76200" indent="0">
              <a:buNone/>
            </a:pPr>
            <a:r>
              <a:rPr lang="en-US" dirty="0"/>
              <a:t>Classification helps us identify who is possessing the qualities &amp; who can perform what actions?</a:t>
            </a:r>
          </a:p>
          <a:p>
            <a:pPr marL="76200" indent="0">
              <a:buNone/>
            </a:pPr>
            <a:r>
              <a:rPr lang="en-US" b="1" dirty="0"/>
              <a:t>For Example:</a:t>
            </a:r>
          </a:p>
          <a:p>
            <a:r>
              <a:rPr lang="en-US" dirty="0"/>
              <a:t>Birds </a:t>
            </a:r>
            <a:r>
              <a:rPr lang="en-US" sz="1100" dirty="0"/>
              <a:t>(who)</a:t>
            </a:r>
            <a:r>
              <a:rPr lang="en-US" dirty="0"/>
              <a:t> have wings </a:t>
            </a:r>
            <a:r>
              <a:rPr lang="en-US" sz="1100" dirty="0"/>
              <a:t>(attributes)</a:t>
            </a:r>
            <a:r>
              <a:rPr lang="en-US" dirty="0"/>
              <a:t> and they can fly </a:t>
            </a:r>
            <a:r>
              <a:rPr lang="en-US" sz="1100" dirty="0"/>
              <a:t>(action)</a:t>
            </a:r>
            <a:endParaRPr lang="en-US" dirty="0"/>
          </a:p>
          <a:p>
            <a:r>
              <a:rPr lang="en-US" dirty="0"/>
              <a:t>Humans </a:t>
            </a:r>
            <a:r>
              <a:rPr lang="en-US" sz="1100" dirty="0"/>
              <a:t>(who) </a:t>
            </a:r>
            <a:r>
              <a:rPr lang="en-US" dirty="0"/>
              <a:t>have arms </a:t>
            </a:r>
            <a:r>
              <a:rPr lang="en-US" sz="1100" dirty="0"/>
              <a:t>(attributes) </a:t>
            </a:r>
            <a:r>
              <a:rPr lang="en-US" dirty="0"/>
              <a:t>and they can type</a:t>
            </a:r>
            <a:r>
              <a:rPr lang="en-US" sz="1100" dirty="0"/>
              <a:t> (action)</a:t>
            </a:r>
          </a:p>
          <a:p>
            <a:r>
              <a:rPr lang="en-US" dirty="0"/>
              <a:t>Fish </a:t>
            </a:r>
            <a:r>
              <a:rPr lang="en-US" sz="1100" dirty="0"/>
              <a:t>(who) </a:t>
            </a:r>
            <a:r>
              <a:rPr lang="en-US" dirty="0"/>
              <a:t>have fins </a:t>
            </a:r>
            <a:r>
              <a:rPr lang="en-US" sz="1100" dirty="0"/>
              <a:t>(attributes) </a:t>
            </a:r>
            <a:r>
              <a:rPr lang="en-US" dirty="0"/>
              <a:t>and they can swim</a:t>
            </a:r>
            <a:r>
              <a:rPr lang="en-US" sz="1100" dirty="0"/>
              <a:t> (action)</a:t>
            </a:r>
          </a:p>
          <a:p>
            <a:endParaRPr lang="en-US" dirty="0"/>
          </a:p>
        </p:txBody>
      </p:sp>
      <p:sp>
        <p:nvSpPr>
          <p:cNvPr id="4" name="Slide Number Placeholder 3"/>
          <p:cNvSpPr>
            <a:spLocks noGrp="1"/>
          </p:cNvSpPr>
          <p:nvPr>
            <p:ph type="sldNum" idx="12"/>
          </p:nvPr>
        </p:nvSpPr>
        <p:spPr/>
        <p:txBody>
          <a:bodyPr/>
          <a:lstStyle/>
          <a:p>
            <a:fld id="{00000000-1234-1234-1234-123412341234}" type="slidenum">
              <a:rPr lang="en" smtClean="0"/>
              <a:pPr/>
              <a:t>9</a:t>
            </a:fld>
            <a:endParaRPr lang="en" dirty="0"/>
          </a:p>
        </p:txBody>
      </p:sp>
    </p:spTree>
    <p:extLst>
      <p:ext uri="{BB962C8B-B14F-4D97-AF65-F5344CB8AC3E}">
        <p14:creationId xmlns:p14="http://schemas.microsoft.com/office/powerpoint/2010/main" val="2544752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5"/>
          <p:cNvSpPr txBox="1">
            <a:spLocks noGrp="1"/>
          </p:cNvSpPr>
          <p:nvPr>
            <p:ph type="ctrTitle"/>
          </p:nvPr>
        </p:nvSpPr>
        <p:spPr>
          <a:xfrm>
            <a:off x="1519199" y="1153650"/>
            <a:ext cx="6410400" cy="1159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800"/>
              <a:buNone/>
            </a:pPr>
            <a:r>
              <a:rPr lang="en" dirty="0"/>
              <a:t>Introduction to Python </a:t>
            </a:r>
            <a:endParaRPr dirty="0"/>
          </a:p>
        </p:txBody>
      </p:sp>
      <p:sp>
        <p:nvSpPr>
          <p:cNvPr id="97" name="Google Shape;97;p15"/>
          <p:cNvSpPr txBox="1"/>
          <p:nvPr/>
        </p:nvSpPr>
        <p:spPr>
          <a:xfrm>
            <a:off x="1497800" y="3068225"/>
            <a:ext cx="53448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chemeClr val="accent1"/>
                </a:solidFill>
                <a:latin typeface="Arial" panose="020B0604020202020204" pitchFamily="34" charset="0"/>
                <a:ea typeface="Source Sans Pro"/>
                <a:cs typeface="Arial" panose="020B0604020202020204" pitchFamily="34" charset="0"/>
                <a:sym typeface="Source Sans Pro"/>
              </a:rPr>
              <a:t>Introduction to </a:t>
            </a:r>
            <a:r>
              <a:rPr lang="en" sz="1400" b="1" i="0" u="none" strike="noStrike" cap="none" dirty="0">
                <a:solidFill>
                  <a:srgbClr val="000000"/>
                </a:solidFill>
                <a:latin typeface="Arial" panose="020B0604020202020204" pitchFamily="34" charset="0"/>
                <a:ea typeface="Source Sans Pro"/>
                <a:cs typeface="Arial" panose="020B0604020202020204" pitchFamily="34" charset="0"/>
                <a:sym typeface="Source Sans Pro"/>
              </a:rPr>
              <a:t>Python</a:t>
            </a:r>
            <a:r>
              <a:rPr lang="en" sz="1400" b="0" i="0" u="none" strike="noStrike" cap="none" dirty="0">
                <a:solidFill>
                  <a:schemeClr val="accent1"/>
                </a:solidFill>
                <a:latin typeface="Arial" panose="020B0604020202020204" pitchFamily="34" charset="0"/>
                <a:ea typeface="Source Sans Pro"/>
                <a:cs typeface="Arial" panose="020B0604020202020204" pitchFamily="34" charset="0"/>
                <a:sym typeface="Source Sans Pro"/>
              </a:rPr>
              <a:t> with a crash course. Learn to write a clean and modular code in python.</a:t>
            </a:r>
            <a:endParaRPr sz="1400" b="1" i="0" u="none" strike="noStrike" cap="none" dirty="0">
              <a:solidFill>
                <a:srgbClr val="000000"/>
              </a:solidFill>
              <a:latin typeface="Arial" panose="020B0604020202020204" pitchFamily="34" charset="0"/>
              <a:ea typeface="Source Sans Pro"/>
              <a:cs typeface="Arial" panose="020B0604020202020204" pitchFamily="34" charset="0"/>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Syntax</a:t>
            </a:r>
          </a:p>
        </p:txBody>
      </p:sp>
      <p:sp>
        <p:nvSpPr>
          <p:cNvPr id="3" name="Text Placeholder 2"/>
          <p:cNvSpPr>
            <a:spLocks noGrp="1"/>
          </p:cNvSpPr>
          <p:nvPr>
            <p:ph type="body" idx="1"/>
          </p:nvPr>
        </p:nvSpPr>
        <p:spPr/>
        <p:txBody>
          <a:bodyPr/>
          <a:lstStyle/>
          <a:p>
            <a:r>
              <a:rPr lang="en-US" dirty="0"/>
              <a:t>Print statement</a:t>
            </a:r>
          </a:p>
          <a:p>
            <a:r>
              <a:rPr lang="en-US" dirty="0"/>
              <a:t>Comments</a:t>
            </a:r>
          </a:p>
          <a:p>
            <a:r>
              <a:rPr lang="en-US" dirty="0"/>
              <a:t>Indentation</a:t>
            </a:r>
          </a:p>
          <a:p>
            <a:r>
              <a:rPr lang="en-US" dirty="0"/>
              <a:t>User Input</a:t>
            </a:r>
          </a:p>
          <a:p>
            <a:endParaRPr lang="en-US" dirty="0"/>
          </a:p>
        </p:txBody>
      </p:sp>
      <p:sp>
        <p:nvSpPr>
          <p:cNvPr id="4" name="Slide Number Placeholder 3"/>
          <p:cNvSpPr>
            <a:spLocks noGrp="1"/>
          </p:cNvSpPr>
          <p:nvPr>
            <p:ph type="sldNum" idx="12"/>
          </p:nvPr>
        </p:nvSpPr>
        <p:spPr/>
        <p:txBody>
          <a:bodyPr/>
          <a:lstStyle/>
          <a:p>
            <a:fld id="{00000000-1234-1234-1234-123412341234}" type="slidenum">
              <a:rPr lang="en" smtClean="0"/>
              <a:pPr/>
              <a:t>11</a:t>
            </a:fld>
            <a:endParaRPr lang="en" dirty="0"/>
          </a:p>
        </p:txBody>
      </p:sp>
    </p:spTree>
    <p:extLst>
      <p:ext uri="{BB962C8B-B14F-4D97-AF65-F5344CB8AC3E}">
        <p14:creationId xmlns:p14="http://schemas.microsoft.com/office/powerpoint/2010/main" val="4172758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and Data Types</a:t>
            </a:r>
          </a:p>
        </p:txBody>
      </p:sp>
      <p:sp>
        <p:nvSpPr>
          <p:cNvPr id="3" name="Text Placeholder 2"/>
          <p:cNvSpPr>
            <a:spLocks noGrp="1"/>
          </p:cNvSpPr>
          <p:nvPr>
            <p:ph type="body" idx="1"/>
          </p:nvPr>
        </p:nvSpPr>
        <p:spPr/>
        <p:txBody>
          <a:bodyPr/>
          <a:lstStyle/>
          <a:p>
            <a:r>
              <a:rPr lang="en-US" dirty="0"/>
              <a:t>Number, Strings, Boolean</a:t>
            </a:r>
          </a:p>
          <a:p>
            <a:r>
              <a:rPr lang="en-US" dirty="0"/>
              <a:t>Type Casting</a:t>
            </a:r>
          </a:p>
          <a:p>
            <a:r>
              <a:rPr lang="en-US" dirty="0"/>
              <a:t> type() function</a:t>
            </a:r>
          </a:p>
        </p:txBody>
      </p:sp>
      <p:sp>
        <p:nvSpPr>
          <p:cNvPr id="4" name="Slide Number Placeholder 3"/>
          <p:cNvSpPr>
            <a:spLocks noGrp="1"/>
          </p:cNvSpPr>
          <p:nvPr>
            <p:ph type="sldNum" idx="12"/>
          </p:nvPr>
        </p:nvSpPr>
        <p:spPr/>
        <p:txBody>
          <a:bodyPr/>
          <a:lstStyle/>
          <a:p>
            <a:fld id="{00000000-1234-1234-1234-123412341234}" type="slidenum">
              <a:rPr lang="en" smtClean="0"/>
              <a:pPr/>
              <a:t>12</a:t>
            </a:fld>
            <a:endParaRPr lang="en" dirty="0"/>
          </a:p>
        </p:txBody>
      </p:sp>
    </p:spTree>
    <p:extLst>
      <p:ext uri="{BB962C8B-B14F-4D97-AF65-F5344CB8AC3E}">
        <p14:creationId xmlns:p14="http://schemas.microsoft.com/office/powerpoint/2010/main" val="2945242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Operators</a:t>
            </a:r>
          </a:p>
        </p:txBody>
      </p:sp>
      <p:sp>
        <p:nvSpPr>
          <p:cNvPr id="3" name="Text Placeholder 2"/>
          <p:cNvSpPr>
            <a:spLocks noGrp="1"/>
          </p:cNvSpPr>
          <p:nvPr>
            <p:ph type="body" idx="1"/>
          </p:nvPr>
        </p:nvSpPr>
        <p:spPr/>
        <p:txBody>
          <a:bodyPr/>
          <a:lstStyle/>
          <a:p>
            <a:r>
              <a:rPr lang="en-US" dirty="0"/>
              <a:t>Arithmetic operators</a:t>
            </a:r>
          </a:p>
          <a:p>
            <a:r>
              <a:rPr lang="en-US" dirty="0"/>
              <a:t>Assignment operators</a:t>
            </a:r>
          </a:p>
          <a:p>
            <a:r>
              <a:rPr lang="en-US" dirty="0"/>
              <a:t>Comparison operators</a:t>
            </a:r>
          </a:p>
          <a:p>
            <a:r>
              <a:rPr lang="en-US" dirty="0"/>
              <a:t>Logical operators</a:t>
            </a:r>
          </a:p>
          <a:p>
            <a:r>
              <a:rPr lang="en-US" dirty="0"/>
              <a:t>Membership (in) </a:t>
            </a:r>
          </a:p>
          <a:p>
            <a:r>
              <a:rPr lang="en-US" dirty="0"/>
              <a:t>Identity (is) operators</a:t>
            </a:r>
          </a:p>
        </p:txBody>
      </p:sp>
      <p:sp>
        <p:nvSpPr>
          <p:cNvPr id="4" name="Slide Number Placeholder 3"/>
          <p:cNvSpPr>
            <a:spLocks noGrp="1"/>
          </p:cNvSpPr>
          <p:nvPr>
            <p:ph type="sldNum" idx="12"/>
          </p:nvPr>
        </p:nvSpPr>
        <p:spPr/>
        <p:txBody>
          <a:bodyPr/>
          <a:lstStyle/>
          <a:p>
            <a:fld id="{00000000-1234-1234-1234-123412341234}" type="slidenum">
              <a:rPr lang="en" smtClean="0"/>
              <a:pPr/>
              <a:t>13</a:t>
            </a:fld>
            <a:endParaRPr lang="en" dirty="0"/>
          </a:p>
        </p:txBody>
      </p:sp>
    </p:spTree>
    <p:extLst>
      <p:ext uri="{BB962C8B-B14F-4D97-AF65-F5344CB8AC3E}">
        <p14:creationId xmlns:p14="http://schemas.microsoft.com/office/powerpoint/2010/main" val="2787080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Flow</a:t>
            </a:r>
          </a:p>
        </p:txBody>
      </p:sp>
      <p:sp>
        <p:nvSpPr>
          <p:cNvPr id="3" name="Text Placeholder 2"/>
          <p:cNvSpPr>
            <a:spLocks noGrp="1"/>
          </p:cNvSpPr>
          <p:nvPr>
            <p:ph type="body" idx="1"/>
          </p:nvPr>
        </p:nvSpPr>
        <p:spPr/>
        <p:txBody>
          <a:bodyPr/>
          <a:lstStyle/>
          <a:p>
            <a:r>
              <a:rPr lang="en-US" dirty="0"/>
              <a:t>if, </a:t>
            </a:r>
            <a:r>
              <a:rPr lang="en-US" dirty="0" err="1"/>
              <a:t>elif</a:t>
            </a:r>
            <a:r>
              <a:rPr lang="en-US" dirty="0"/>
              <a:t>, else</a:t>
            </a:r>
          </a:p>
          <a:p>
            <a:r>
              <a:rPr lang="en-US" dirty="0"/>
              <a:t>Nested conditions</a:t>
            </a:r>
          </a:p>
          <a:p>
            <a:r>
              <a:rPr lang="en-US" dirty="0"/>
              <a:t>Multiple Ifs</a:t>
            </a:r>
          </a:p>
        </p:txBody>
      </p:sp>
      <p:sp>
        <p:nvSpPr>
          <p:cNvPr id="4" name="Slide Number Placeholder 3"/>
          <p:cNvSpPr>
            <a:spLocks noGrp="1"/>
          </p:cNvSpPr>
          <p:nvPr>
            <p:ph type="sldNum" idx="12"/>
          </p:nvPr>
        </p:nvSpPr>
        <p:spPr/>
        <p:txBody>
          <a:bodyPr/>
          <a:lstStyle/>
          <a:p>
            <a:fld id="{00000000-1234-1234-1234-123412341234}" type="slidenum">
              <a:rPr lang="en" smtClean="0"/>
              <a:pPr/>
              <a:t>14</a:t>
            </a:fld>
            <a:endParaRPr lang="en" dirty="0"/>
          </a:p>
        </p:txBody>
      </p:sp>
    </p:spTree>
    <p:extLst>
      <p:ext uri="{BB962C8B-B14F-4D97-AF65-F5344CB8AC3E}">
        <p14:creationId xmlns:p14="http://schemas.microsoft.com/office/powerpoint/2010/main" val="167937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 (Strings)</a:t>
            </a:r>
          </a:p>
        </p:txBody>
      </p:sp>
      <p:sp>
        <p:nvSpPr>
          <p:cNvPr id="3" name="Text Placeholder 2"/>
          <p:cNvSpPr>
            <a:spLocks noGrp="1"/>
          </p:cNvSpPr>
          <p:nvPr>
            <p:ph type="body" idx="1"/>
          </p:nvPr>
        </p:nvSpPr>
        <p:spPr/>
        <p:txBody>
          <a:bodyPr/>
          <a:lstStyle/>
          <a:p>
            <a:r>
              <a:rPr lang="en-US" dirty="0"/>
              <a:t>String slicing</a:t>
            </a:r>
          </a:p>
          <a:p>
            <a:r>
              <a:rPr lang="en-US" dirty="0"/>
              <a:t>String methods</a:t>
            </a:r>
          </a:p>
          <a:p>
            <a:r>
              <a:rPr lang="en-US" dirty="0"/>
              <a:t>f-strings, concatenation</a:t>
            </a:r>
          </a:p>
        </p:txBody>
      </p:sp>
      <p:sp>
        <p:nvSpPr>
          <p:cNvPr id="4" name="Slide Number Placeholder 3"/>
          <p:cNvSpPr>
            <a:spLocks noGrp="1"/>
          </p:cNvSpPr>
          <p:nvPr>
            <p:ph type="sldNum" idx="12"/>
          </p:nvPr>
        </p:nvSpPr>
        <p:spPr/>
        <p:txBody>
          <a:bodyPr/>
          <a:lstStyle/>
          <a:p>
            <a:fld id="{00000000-1234-1234-1234-123412341234}" type="slidenum">
              <a:rPr lang="en" smtClean="0"/>
              <a:pPr/>
              <a:t>15</a:t>
            </a:fld>
            <a:endParaRPr lang="en" dirty="0"/>
          </a:p>
        </p:txBody>
      </p:sp>
    </p:spTree>
    <p:extLst>
      <p:ext uri="{BB962C8B-B14F-4D97-AF65-F5344CB8AC3E}">
        <p14:creationId xmlns:p14="http://schemas.microsoft.com/office/powerpoint/2010/main" val="1822690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Loops</a:t>
            </a:r>
          </a:p>
        </p:txBody>
      </p:sp>
      <p:sp>
        <p:nvSpPr>
          <p:cNvPr id="3" name="Text Placeholder 2"/>
          <p:cNvSpPr>
            <a:spLocks noGrp="1"/>
          </p:cNvSpPr>
          <p:nvPr>
            <p:ph type="body" idx="1"/>
          </p:nvPr>
        </p:nvSpPr>
        <p:spPr/>
        <p:txBody>
          <a:bodyPr/>
          <a:lstStyle/>
          <a:p>
            <a:r>
              <a:rPr lang="en-US" dirty="0"/>
              <a:t>while loop</a:t>
            </a:r>
          </a:p>
          <a:p>
            <a:r>
              <a:rPr lang="en-US" dirty="0"/>
              <a:t>for loop</a:t>
            </a:r>
          </a:p>
          <a:p>
            <a:r>
              <a:rPr lang="en-US" dirty="0"/>
              <a:t>Loop control: break, continue, pass</a:t>
            </a:r>
          </a:p>
          <a:p>
            <a:r>
              <a:rPr lang="en-US" dirty="0"/>
              <a:t>range()</a:t>
            </a:r>
          </a:p>
        </p:txBody>
      </p:sp>
      <p:sp>
        <p:nvSpPr>
          <p:cNvPr id="4" name="Slide Number Placeholder 3"/>
          <p:cNvSpPr>
            <a:spLocks noGrp="1"/>
          </p:cNvSpPr>
          <p:nvPr>
            <p:ph type="sldNum" idx="12"/>
          </p:nvPr>
        </p:nvSpPr>
        <p:spPr/>
        <p:txBody>
          <a:bodyPr/>
          <a:lstStyle/>
          <a:p>
            <a:fld id="{00000000-1234-1234-1234-123412341234}" type="slidenum">
              <a:rPr lang="en" smtClean="0"/>
              <a:pPr/>
              <a:t>16</a:t>
            </a:fld>
            <a:endParaRPr lang="en" dirty="0"/>
          </a:p>
        </p:txBody>
      </p:sp>
    </p:spTree>
    <p:extLst>
      <p:ext uri="{BB962C8B-B14F-4D97-AF65-F5344CB8AC3E}">
        <p14:creationId xmlns:p14="http://schemas.microsoft.com/office/powerpoint/2010/main" val="491625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 (Lists)</a:t>
            </a:r>
          </a:p>
        </p:txBody>
      </p:sp>
      <p:sp>
        <p:nvSpPr>
          <p:cNvPr id="3" name="Text Placeholder 2"/>
          <p:cNvSpPr>
            <a:spLocks noGrp="1"/>
          </p:cNvSpPr>
          <p:nvPr>
            <p:ph type="body" idx="1"/>
          </p:nvPr>
        </p:nvSpPr>
        <p:spPr/>
        <p:txBody>
          <a:bodyPr/>
          <a:lstStyle/>
          <a:p>
            <a:r>
              <a:rPr lang="en-US" dirty="0"/>
              <a:t>Creating and modifying lists</a:t>
            </a:r>
          </a:p>
          <a:p>
            <a:r>
              <a:rPr lang="en-US" dirty="0"/>
              <a:t>Looping through lists</a:t>
            </a:r>
          </a:p>
          <a:p>
            <a:r>
              <a:rPr lang="en-US" dirty="0"/>
              <a:t>Common methods: append, pop, sort, etc.</a:t>
            </a:r>
          </a:p>
        </p:txBody>
      </p:sp>
      <p:sp>
        <p:nvSpPr>
          <p:cNvPr id="4" name="Slide Number Placeholder 3"/>
          <p:cNvSpPr>
            <a:spLocks noGrp="1"/>
          </p:cNvSpPr>
          <p:nvPr>
            <p:ph type="sldNum" idx="12"/>
          </p:nvPr>
        </p:nvSpPr>
        <p:spPr/>
        <p:txBody>
          <a:bodyPr/>
          <a:lstStyle/>
          <a:p>
            <a:fld id="{00000000-1234-1234-1234-123412341234}" type="slidenum">
              <a:rPr lang="en" smtClean="0"/>
              <a:pPr/>
              <a:t>17</a:t>
            </a:fld>
            <a:endParaRPr lang="en" dirty="0"/>
          </a:p>
        </p:txBody>
      </p:sp>
    </p:spTree>
    <p:extLst>
      <p:ext uri="{BB962C8B-B14F-4D97-AF65-F5344CB8AC3E}">
        <p14:creationId xmlns:p14="http://schemas.microsoft.com/office/powerpoint/2010/main" val="1205480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 (Dictionaries)</a:t>
            </a:r>
          </a:p>
        </p:txBody>
      </p:sp>
      <p:sp>
        <p:nvSpPr>
          <p:cNvPr id="3" name="Text Placeholder 2"/>
          <p:cNvSpPr>
            <a:spLocks noGrp="1"/>
          </p:cNvSpPr>
          <p:nvPr>
            <p:ph type="body" idx="1"/>
          </p:nvPr>
        </p:nvSpPr>
        <p:spPr/>
        <p:txBody>
          <a:bodyPr/>
          <a:lstStyle/>
          <a:p>
            <a:r>
              <a:rPr lang="en-US" dirty="0"/>
              <a:t>Key-value pairs</a:t>
            </a:r>
          </a:p>
          <a:p>
            <a:r>
              <a:rPr lang="en-US" dirty="0"/>
              <a:t>Adding/removing values</a:t>
            </a:r>
          </a:p>
          <a:p>
            <a:r>
              <a:rPr lang="en-US" dirty="0"/>
              <a:t>Looping through dictionaries</a:t>
            </a:r>
          </a:p>
        </p:txBody>
      </p:sp>
      <p:sp>
        <p:nvSpPr>
          <p:cNvPr id="4" name="Slide Number Placeholder 3"/>
          <p:cNvSpPr>
            <a:spLocks noGrp="1"/>
          </p:cNvSpPr>
          <p:nvPr>
            <p:ph type="sldNum" idx="12"/>
          </p:nvPr>
        </p:nvSpPr>
        <p:spPr/>
        <p:txBody>
          <a:bodyPr/>
          <a:lstStyle/>
          <a:p>
            <a:fld id="{00000000-1234-1234-1234-123412341234}" type="slidenum">
              <a:rPr lang="en" smtClean="0"/>
              <a:pPr/>
              <a:t>18</a:t>
            </a:fld>
            <a:endParaRPr lang="en" dirty="0"/>
          </a:p>
        </p:txBody>
      </p:sp>
    </p:spTree>
    <p:extLst>
      <p:ext uri="{BB962C8B-B14F-4D97-AF65-F5344CB8AC3E}">
        <p14:creationId xmlns:p14="http://schemas.microsoft.com/office/powerpoint/2010/main" val="2664745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 (Tuples)</a:t>
            </a:r>
          </a:p>
        </p:txBody>
      </p:sp>
      <p:sp>
        <p:nvSpPr>
          <p:cNvPr id="3" name="Text Placeholder 2"/>
          <p:cNvSpPr>
            <a:spLocks noGrp="1"/>
          </p:cNvSpPr>
          <p:nvPr>
            <p:ph type="body" idx="1"/>
          </p:nvPr>
        </p:nvSpPr>
        <p:spPr/>
        <p:txBody>
          <a:bodyPr/>
          <a:lstStyle/>
          <a:p>
            <a:r>
              <a:rPr lang="en-US" dirty="0"/>
              <a:t>Immutable sequences</a:t>
            </a:r>
          </a:p>
          <a:p>
            <a:r>
              <a:rPr lang="en-US" dirty="0"/>
              <a:t>Tuple unpacking</a:t>
            </a:r>
          </a:p>
        </p:txBody>
      </p:sp>
      <p:sp>
        <p:nvSpPr>
          <p:cNvPr id="4" name="Slide Number Placeholder 3"/>
          <p:cNvSpPr>
            <a:spLocks noGrp="1"/>
          </p:cNvSpPr>
          <p:nvPr>
            <p:ph type="sldNum" idx="12"/>
          </p:nvPr>
        </p:nvSpPr>
        <p:spPr/>
        <p:txBody>
          <a:bodyPr/>
          <a:lstStyle/>
          <a:p>
            <a:fld id="{00000000-1234-1234-1234-123412341234}" type="slidenum">
              <a:rPr lang="en" smtClean="0"/>
              <a:pPr/>
              <a:t>19</a:t>
            </a:fld>
            <a:endParaRPr lang="en" dirty="0"/>
          </a:p>
        </p:txBody>
      </p:sp>
    </p:spTree>
    <p:extLst>
      <p:ext uri="{BB962C8B-B14F-4D97-AF65-F5344CB8AC3E}">
        <p14:creationId xmlns:p14="http://schemas.microsoft.com/office/powerpoint/2010/main" val="2065082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Structures (Sets)</a:t>
            </a:r>
          </a:p>
        </p:txBody>
      </p:sp>
      <p:sp>
        <p:nvSpPr>
          <p:cNvPr id="3" name="Text Placeholder 2"/>
          <p:cNvSpPr>
            <a:spLocks noGrp="1"/>
          </p:cNvSpPr>
          <p:nvPr>
            <p:ph type="body" idx="1"/>
          </p:nvPr>
        </p:nvSpPr>
        <p:spPr/>
        <p:txBody>
          <a:bodyPr/>
          <a:lstStyle/>
          <a:p>
            <a:r>
              <a:rPr lang="en-US" dirty="0"/>
              <a:t>Unique elements</a:t>
            </a:r>
          </a:p>
          <a:p>
            <a:r>
              <a:rPr lang="en-US" dirty="0"/>
              <a:t>Set operations</a:t>
            </a:r>
          </a:p>
        </p:txBody>
      </p:sp>
      <p:sp>
        <p:nvSpPr>
          <p:cNvPr id="4" name="Slide Number Placeholder 3"/>
          <p:cNvSpPr>
            <a:spLocks noGrp="1"/>
          </p:cNvSpPr>
          <p:nvPr>
            <p:ph type="sldNum" idx="12"/>
          </p:nvPr>
        </p:nvSpPr>
        <p:spPr/>
        <p:txBody>
          <a:bodyPr/>
          <a:lstStyle/>
          <a:p>
            <a:fld id="{00000000-1234-1234-1234-123412341234}" type="slidenum">
              <a:rPr lang="en" smtClean="0"/>
              <a:pPr/>
              <a:t>20</a:t>
            </a:fld>
            <a:endParaRPr lang="en" dirty="0"/>
          </a:p>
        </p:txBody>
      </p:sp>
    </p:spTree>
    <p:extLst>
      <p:ext uri="{BB962C8B-B14F-4D97-AF65-F5344CB8AC3E}">
        <p14:creationId xmlns:p14="http://schemas.microsoft.com/office/powerpoint/2010/main" val="26609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a:t>
            </a:r>
          </a:p>
        </p:txBody>
      </p:sp>
      <p:sp>
        <p:nvSpPr>
          <p:cNvPr id="3" name="Text Placeholder 2"/>
          <p:cNvSpPr>
            <a:spLocks noGrp="1"/>
          </p:cNvSpPr>
          <p:nvPr>
            <p:ph type="body" idx="1"/>
          </p:nvPr>
        </p:nvSpPr>
        <p:spPr/>
        <p:txBody>
          <a:bodyPr/>
          <a:lstStyle/>
          <a:p>
            <a:r>
              <a:rPr lang="en-US" dirty="0"/>
              <a:t>Defining and calling functions</a:t>
            </a:r>
          </a:p>
          <a:p>
            <a:r>
              <a:rPr lang="en-US" dirty="0"/>
              <a:t>Parameters, return values</a:t>
            </a:r>
          </a:p>
          <a:p>
            <a:r>
              <a:rPr lang="en-US" dirty="0"/>
              <a:t>Default arguments, *</a:t>
            </a:r>
            <a:r>
              <a:rPr lang="en-US" dirty="0" err="1"/>
              <a:t>args</a:t>
            </a:r>
            <a:r>
              <a:rPr lang="en-US" dirty="0"/>
              <a:t> &amp; **</a:t>
            </a:r>
            <a:r>
              <a:rPr lang="en-US" dirty="0" err="1"/>
              <a:t>kwargs</a:t>
            </a:r>
            <a:endParaRPr lang="en-US" dirty="0"/>
          </a:p>
          <a:p>
            <a:r>
              <a:rPr lang="en-US" dirty="0"/>
              <a:t>Scope (Local vs Global)</a:t>
            </a:r>
          </a:p>
        </p:txBody>
      </p:sp>
      <p:sp>
        <p:nvSpPr>
          <p:cNvPr id="4" name="Slide Number Placeholder 3"/>
          <p:cNvSpPr>
            <a:spLocks noGrp="1"/>
          </p:cNvSpPr>
          <p:nvPr>
            <p:ph type="sldNum" idx="12"/>
          </p:nvPr>
        </p:nvSpPr>
        <p:spPr/>
        <p:txBody>
          <a:bodyPr/>
          <a:lstStyle/>
          <a:p>
            <a:fld id="{00000000-1234-1234-1234-123412341234}" type="slidenum">
              <a:rPr lang="en" smtClean="0"/>
              <a:pPr/>
              <a:t>21</a:t>
            </a:fld>
            <a:endParaRPr lang="en" dirty="0"/>
          </a:p>
        </p:txBody>
      </p:sp>
    </p:spTree>
    <p:extLst>
      <p:ext uri="{BB962C8B-B14F-4D97-AF65-F5344CB8AC3E}">
        <p14:creationId xmlns:p14="http://schemas.microsoft.com/office/powerpoint/2010/main" val="825002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Functions</a:t>
            </a:r>
          </a:p>
        </p:txBody>
      </p:sp>
      <p:sp>
        <p:nvSpPr>
          <p:cNvPr id="3" name="Text Placeholder 2"/>
          <p:cNvSpPr>
            <a:spLocks noGrp="1"/>
          </p:cNvSpPr>
          <p:nvPr>
            <p:ph type="body" idx="1"/>
          </p:nvPr>
        </p:nvSpPr>
        <p:spPr/>
        <p:txBody>
          <a:bodyPr/>
          <a:lstStyle/>
          <a:p>
            <a:r>
              <a:rPr lang="en-US" dirty="0"/>
              <a:t>Short-hand functions</a:t>
            </a:r>
          </a:p>
          <a:p>
            <a:r>
              <a:rPr lang="en-US" dirty="0"/>
              <a:t>Use with map, filter, sorted</a:t>
            </a:r>
          </a:p>
        </p:txBody>
      </p:sp>
      <p:sp>
        <p:nvSpPr>
          <p:cNvPr id="4" name="Slide Number Placeholder 3"/>
          <p:cNvSpPr>
            <a:spLocks noGrp="1"/>
          </p:cNvSpPr>
          <p:nvPr>
            <p:ph type="sldNum" idx="12"/>
          </p:nvPr>
        </p:nvSpPr>
        <p:spPr/>
        <p:txBody>
          <a:bodyPr/>
          <a:lstStyle/>
          <a:p>
            <a:fld id="{00000000-1234-1234-1234-123412341234}" type="slidenum">
              <a:rPr lang="en" smtClean="0"/>
              <a:pPr/>
              <a:t>22</a:t>
            </a:fld>
            <a:endParaRPr lang="en" dirty="0"/>
          </a:p>
        </p:txBody>
      </p:sp>
    </p:spTree>
    <p:extLst>
      <p:ext uri="{BB962C8B-B14F-4D97-AF65-F5344CB8AC3E}">
        <p14:creationId xmlns:p14="http://schemas.microsoft.com/office/powerpoint/2010/main" val="3640185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Handling</a:t>
            </a:r>
          </a:p>
        </p:txBody>
      </p:sp>
      <p:sp>
        <p:nvSpPr>
          <p:cNvPr id="3" name="Text Placeholder 2"/>
          <p:cNvSpPr>
            <a:spLocks noGrp="1"/>
          </p:cNvSpPr>
          <p:nvPr>
            <p:ph type="body" idx="1"/>
          </p:nvPr>
        </p:nvSpPr>
        <p:spPr/>
        <p:txBody>
          <a:bodyPr/>
          <a:lstStyle/>
          <a:p>
            <a:r>
              <a:rPr lang="en-US" dirty="0"/>
              <a:t>try, except, finally</a:t>
            </a:r>
          </a:p>
          <a:p>
            <a:r>
              <a:rPr lang="en-US" dirty="0"/>
              <a:t>Handling specific errors</a:t>
            </a:r>
          </a:p>
        </p:txBody>
      </p:sp>
      <p:sp>
        <p:nvSpPr>
          <p:cNvPr id="4" name="Slide Number Placeholder 3"/>
          <p:cNvSpPr>
            <a:spLocks noGrp="1"/>
          </p:cNvSpPr>
          <p:nvPr>
            <p:ph type="sldNum" idx="12"/>
          </p:nvPr>
        </p:nvSpPr>
        <p:spPr/>
        <p:txBody>
          <a:bodyPr/>
          <a:lstStyle/>
          <a:p>
            <a:fld id="{00000000-1234-1234-1234-123412341234}" type="slidenum">
              <a:rPr lang="en" smtClean="0"/>
              <a:pPr/>
              <a:t>23</a:t>
            </a:fld>
            <a:endParaRPr lang="en" dirty="0"/>
          </a:p>
        </p:txBody>
      </p:sp>
    </p:spTree>
    <p:extLst>
      <p:ext uri="{BB962C8B-B14F-4D97-AF65-F5344CB8AC3E}">
        <p14:creationId xmlns:p14="http://schemas.microsoft.com/office/powerpoint/2010/main" val="3542710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Handling</a:t>
            </a:r>
          </a:p>
        </p:txBody>
      </p:sp>
      <p:sp>
        <p:nvSpPr>
          <p:cNvPr id="3" name="Text Placeholder 2"/>
          <p:cNvSpPr>
            <a:spLocks noGrp="1"/>
          </p:cNvSpPr>
          <p:nvPr>
            <p:ph type="body" idx="1"/>
          </p:nvPr>
        </p:nvSpPr>
        <p:spPr/>
        <p:txBody>
          <a:bodyPr/>
          <a:lstStyle/>
          <a:p>
            <a:r>
              <a:rPr lang="en-US" dirty="0"/>
              <a:t>Reading and writing files</a:t>
            </a:r>
          </a:p>
          <a:p>
            <a:r>
              <a:rPr lang="en-US" dirty="0"/>
              <a:t>with statement</a:t>
            </a:r>
          </a:p>
        </p:txBody>
      </p:sp>
      <p:sp>
        <p:nvSpPr>
          <p:cNvPr id="4" name="Slide Number Placeholder 3"/>
          <p:cNvSpPr>
            <a:spLocks noGrp="1"/>
          </p:cNvSpPr>
          <p:nvPr>
            <p:ph type="sldNum" idx="12"/>
          </p:nvPr>
        </p:nvSpPr>
        <p:spPr/>
        <p:txBody>
          <a:bodyPr/>
          <a:lstStyle/>
          <a:p>
            <a:fld id="{00000000-1234-1234-1234-123412341234}" type="slidenum">
              <a:rPr lang="en" smtClean="0"/>
              <a:pPr/>
              <a:t>24</a:t>
            </a:fld>
            <a:endParaRPr lang="en" dirty="0"/>
          </a:p>
        </p:txBody>
      </p:sp>
    </p:spTree>
    <p:extLst>
      <p:ext uri="{BB962C8B-B14F-4D97-AF65-F5344CB8AC3E}">
        <p14:creationId xmlns:p14="http://schemas.microsoft.com/office/powerpoint/2010/main" val="41647338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 and Packages</a:t>
            </a:r>
          </a:p>
        </p:txBody>
      </p:sp>
      <p:sp>
        <p:nvSpPr>
          <p:cNvPr id="3" name="Text Placeholder 2"/>
          <p:cNvSpPr>
            <a:spLocks noGrp="1"/>
          </p:cNvSpPr>
          <p:nvPr>
            <p:ph type="body" idx="1"/>
          </p:nvPr>
        </p:nvSpPr>
        <p:spPr/>
        <p:txBody>
          <a:bodyPr/>
          <a:lstStyle/>
          <a:p>
            <a:r>
              <a:rPr lang="en-US" dirty="0"/>
              <a:t>Built-in modules (math, random, </a:t>
            </a:r>
            <a:r>
              <a:rPr lang="en-US" dirty="0" err="1"/>
              <a:t>datetime</a:t>
            </a:r>
            <a:r>
              <a:rPr lang="en-US" dirty="0"/>
              <a:t>)</a:t>
            </a:r>
          </a:p>
          <a:p>
            <a:r>
              <a:rPr lang="en-US" dirty="0"/>
              <a:t>Creating your own module</a:t>
            </a:r>
          </a:p>
          <a:p>
            <a:r>
              <a:rPr lang="en-US" dirty="0"/>
              <a:t>Installing external packages (pip)</a:t>
            </a:r>
          </a:p>
        </p:txBody>
      </p:sp>
      <p:sp>
        <p:nvSpPr>
          <p:cNvPr id="4" name="Slide Number Placeholder 3"/>
          <p:cNvSpPr>
            <a:spLocks noGrp="1"/>
          </p:cNvSpPr>
          <p:nvPr>
            <p:ph type="sldNum" idx="12"/>
          </p:nvPr>
        </p:nvSpPr>
        <p:spPr/>
        <p:txBody>
          <a:bodyPr/>
          <a:lstStyle/>
          <a:p>
            <a:fld id="{00000000-1234-1234-1234-123412341234}" type="slidenum">
              <a:rPr lang="en" smtClean="0"/>
              <a:pPr/>
              <a:t>25</a:t>
            </a:fld>
            <a:endParaRPr lang="en" dirty="0"/>
          </a:p>
        </p:txBody>
      </p:sp>
    </p:spTree>
    <p:extLst>
      <p:ext uri="{BB962C8B-B14F-4D97-AF65-F5344CB8AC3E}">
        <p14:creationId xmlns:p14="http://schemas.microsoft.com/office/powerpoint/2010/main" val="3396168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3"/>
          <p:cNvSpPr txBox="1">
            <a:spLocks noGrp="1"/>
          </p:cNvSpPr>
          <p:nvPr>
            <p:ph type="ctrTitle"/>
          </p:nvPr>
        </p:nvSpPr>
        <p:spPr>
          <a:xfrm>
            <a:off x="1546025" y="1754800"/>
            <a:ext cx="6858300" cy="1159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400"/>
              <a:buNone/>
            </a:pPr>
            <a:r>
              <a:rPr lang="en" sz="3600" dirty="0"/>
              <a:t>What is </a:t>
            </a:r>
            <a:r>
              <a:rPr lang="en" sz="3600" dirty="0">
                <a:solidFill>
                  <a:schemeClr val="dk1"/>
                </a:solidFill>
                <a:latin typeface="Georgia"/>
                <a:ea typeface="Georgia"/>
                <a:cs typeface="Georgia"/>
                <a:sym typeface="Georgia"/>
              </a:rPr>
              <a:t>git?</a:t>
            </a:r>
            <a:endParaRPr sz="3600" dirty="0"/>
          </a:p>
          <a:p>
            <a:pPr marL="0" lvl="0" indent="0" algn="l" rtl="0">
              <a:lnSpc>
                <a:spcPct val="100000"/>
              </a:lnSpc>
              <a:spcBef>
                <a:spcPts val="0"/>
              </a:spcBef>
              <a:spcAft>
                <a:spcPts val="0"/>
              </a:spcAft>
              <a:buSzPts val="4400"/>
              <a:buNone/>
            </a:pPr>
            <a:endParaRPr sz="3600" dirty="0"/>
          </a:p>
        </p:txBody>
      </p:sp>
      <p:sp>
        <p:nvSpPr>
          <p:cNvPr id="218" name="Google Shape;218;p33"/>
          <p:cNvSpPr txBox="1">
            <a:spLocks noGrp="1"/>
          </p:cNvSpPr>
          <p:nvPr>
            <p:ph type="sldNum" idx="4294967295"/>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4"/>
          <p:cNvSpPr txBox="1"/>
          <p:nvPr/>
        </p:nvSpPr>
        <p:spPr>
          <a:xfrm>
            <a:off x="344575" y="344550"/>
            <a:ext cx="41388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600"/>
              <a:buFont typeface="Arial"/>
              <a:buNone/>
            </a:pPr>
            <a:r>
              <a:rPr lang="en" sz="2600" b="1" i="0" u="none" strike="noStrike" cap="none">
                <a:solidFill>
                  <a:schemeClr val="accent1"/>
                </a:solidFill>
                <a:latin typeface="Roboto Slab"/>
                <a:ea typeface="Roboto Slab"/>
                <a:cs typeface="Roboto Slab"/>
                <a:sym typeface="Roboto Slab"/>
              </a:rPr>
              <a:t>What is</a:t>
            </a:r>
            <a:r>
              <a:rPr lang="en" sz="4200" b="0" i="0" u="none" strike="noStrike" cap="none">
                <a:solidFill>
                  <a:schemeClr val="dk1"/>
                </a:solidFill>
                <a:latin typeface="Arial"/>
                <a:ea typeface="Arial"/>
                <a:cs typeface="Arial"/>
                <a:sym typeface="Arial"/>
              </a:rPr>
              <a:t> </a:t>
            </a:r>
            <a:r>
              <a:rPr lang="en" sz="3100" b="1" i="0" u="none" strike="noStrike" cap="none">
                <a:solidFill>
                  <a:schemeClr val="dk1"/>
                </a:solidFill>
                <a:latin typeface="Georgia"/>
                <a:ea typeface="Georgia"/>
                <a:cs typeface="Georgia"/>
                <a:sym typeface="Georgia"/>
              </a:rPr>
              <a:t>git</a:t>
            </a:r>
            <a:endParaRPr sz="4700" b="1" i="0" u="none" strike="noStrike" cap="none">
              <a:solidFill>
                <a:schemeClr val="dk1"/>
              </a:solidFill>
              <a:latin typeface="Arial"/>
              <a:ea typeface="Arial"/>
              <a:cs typeface="Arial"/>
              <a:sym typeface="Arial"/>
            </a:endParaRPr>
          </a:p>
        </p:txBody>
      </p:sp>
      <p:sp>
        <p:nvSpPr>
          <p:cNvPr id="224" name="Google Shape;224;p34"/>
          <p:cNvSpPr txBox="1"/>
          <p:nvPr/>
        </p:nvSpPr>
        <p:spPr>
          <a:xfrm>
            <a:off x="344575" y="1335150"/>
            <a:ext cx="8458800" cy="138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 sz="2600" b="0" i="0" u="none" strike="noStrike" cap="none" dirty="0">
                <a:solidFill>
                  <a:schemeClr val="dk1"/>
                </a:solidFill>
                <a:latin typeface="Arial"/>
                <a:ea typeface="Arial"/>
                <a:cs typeface="Arial"/>
                <a:sym typeface="Arial"/>
              </a:rPr>
              <a:t>Git is a free and open source distributed version control system designed to handle everything from small to very large projects with speed and efficiency.</a:t>
            </a:r>
            <a:endParaRPr sz="2600" b="0" i="0" u="none" strike="noStrike" cap="none" dirty="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dirty="0">
                <a:solidFill>
                  <a:schemeClr val="accent1"/>
                </a:solidFill>
                <a:latin typeface="Roboto Slab"/>
                <a:ea typeface="Roboto Slab"/>
                <a:cs typeface="Roboto Slab"/>
                <a:sym typeface="Roboto Slab"/>
              </a:rPr>
              <a:t>What is a ‘version control system’?</a:t>
            </a:r>
            <a:endParaRPr sz="5000" b="1" i="0" u="none" strike="noStrike" cap="none" dirty="0">
              <a:solidFill>
                <a:schemeClr val="dk1"/>
              </a:solidFill>
              <a:latin typeface="Arial"/>
              <a:ea typeface="Arial"/>
              <a:cs typeface="Arial"/>
              <a:sym typeface="Arial"/>
            </a:endParaRPr>
          </a:p>
        </p:txBody>
      </p:sp>
      <p:sp>
        <p:nvSpPr>
          <p:cNvPr id="236" name="Google Shape;236;p36"/>
          <p:cNvSpPr txBox="1"/>
          <p:nvPr/>
        </p:nvSpPr>
        <p:spPr>
          <a:xfrm>
            <a:off x="344575" y="1258950"/>
            <a:ext cx="8458800" cy="1200600"/>
          </a:xfrm>
          <a:prstGeom prst="rect">
            <a:avLst/>
          </a:prstGeom>
          <a:noFill/>
          <a:ln>
            <a:noFill/>
          </a:ln>
        </p:spPr>
        <p:txBody>
          <a:bodyPr spcFirstLastPara="1" wrap="square" lIns="91425" tIns="91425" rIns="91425" bIns="91425" anchor="t" anchorCtr="0">
            <a:spAutoFit/>
          </a:bodyPr>
          <a:lstStyle/>
          <a:p>
            <a:pPr marL="457200" marR="0" lvl="0" indent="-327025" algn="l" rtl="0">
              <a:lnSpc>
                <a:spcPct val="100000"/>
              </a:lnSpc>
              <a:spcBef>
                <a:spcPts val="0"/>
              </a:spcBef>
              <a:spcAft>
                <a:spcPts val="0"/>
              </a:spcAft>
              <a:buClr>
                <a:srgbClr val="3B3835"/>
              </a:buClr>
              <a:buSzPts val="1550"/>
              <a:buFont typeface="Source Sans Pro"/>
              <a:buChar char="●"/>
            </a:pPr>
            <a:r>
              <a:rPr lang="en" sz="2200" b="0" i="0" u="none" strike="noStrike" cap="none" dirty="0">
                <a:solidFill>
                  <a:schemeClr val="dk1"/>
                </a:solidFill>
                <a:latin typeface="Arial"/>
                <a:ea typeface="Arial"/>
                <a:cs typeface="Arial"/>
                <a:sym typeface="Arial"/>
              </a:rPr>
              <a:t>a way to manage files and directories </a:t>
            </a:r>
            <a:endParaRPr sz="2200" b="0" i="0" u="none" strike="noStrike" cap="none" dirty="0">
              <a:solidFill>
                <a:schemeClr val="dk1"/>
              </a:solidFill>
              <a:latin typeface="Arial"/>
              <a:ea typeface="Arial"/>
              <a:cs typeface="Arial"/>
              <a:sym typeface="Arial"/>
            </a:endParaRPr>
          </a:p>
          <a:p>
            <a:pPr marL="457200" marR="0" lvl="0" indent="-327025" algn="l" rtl="0">
              <a:lnSpc>
                <a:spcPct val="100000"/>
              </a:lnSpc>
              <a:spcBef>
                <a:spcPts val="0"/>
              </a:spcBef>
              <a:spcAft>
                <a:spcPts val="0"/>
              </a:spcAft>
              <a:buClr>
                <a:srgbClr val="3B3835"/>
              </a:buClr>
              <a:buSzPts val="1550"/>
              <a:buFont typeface="Source Sans Pro"/>
              <a:buChar char="●"/>
            </a:pPr>
            <a:r>
              <a:rPr lang="en" sz="2200" b="0" i="0" u="none" strike="noStrike" cap="none" dirty="0">
                <a:solidFill>
                  <a:schemeClr val="dk1"/>
                </a:solidFill>
                <a:latin typeface="Arial"/>
                <a:ea typeface="Arial"/>
                <a:cs typeface="Arial"/>
                <a:sym typeface="Arial"/>
              </a:rPr>
              <a:t>track changes over time </a:t>
            </a:r>
            <a:endParaRPr sz="2200" b="0" i="0" u="none" strike="noStrike" cap="none" dirty="0">
              <a:solidFill>
                <a:schemeClr val="dk1"/>
              </a:solidFill>
              <a:latin typeface="Arial"/>
              <a:ea typeface="Arial"/>
              <a:cs typeface="Arial"/>
              <a:sym typeface="Arial"/>
            </a:endParaRPr>
          </a:p>
          <a:p>
            <a:pPr marL="457200" marR="0" lvl="0" indent="-327025" algn="l" rtl="0">
              <a:lnSpc>
                <a:spcPct val="100000"/>
              </a:lnSpc>
              <a:spcBef>
                <a:spcPts val="0"/>
              </a:spcBef>
              <a:spcAft>
                <a:spcPts val="0"/>
              </a:spcAft>
              <a:buClr>
                <a:srgbClr val="3B3835"/>
              </a:buClr>
              <a:buSzPts val="1550"/>
              <a:buFont typeface="Source Sans Pro"/>
              <a:buChar char="●"/>
            </a:pPr>
            <a:r>
              <a:rPr lang="en" sz="2200" b="0" i="0" u="none" strike="noStrike" cap="none" dirty="0">
                <a:solidFill>
                  <a:schemeClr val="dk1"/>
                </a:solidFill>
                <a:latin typeface="Arial"/>
                <a:ea typeface="Arial"/>
                <a:cs typeface="Arial"/>
                <a:sym typeface="Arial"/>
              </a:rPr>
              <a:t>recall previous versions </a:t>
            </a:r>
            <a:endParaRPr sz="2200" b="0" i="0" u="none" strike="noStrike" cap="none" dirty="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7"/>
          <p:cNvSpPr txBox="1"/>
          <p:nvPr/>
        </p:nvSpPr>
        <p:spPr>
          <a:xfrm>
            <a:off x="344575" y="1258950"/>
            <a:ext cx="8458800" cy="1154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dirty="0">
                <a:solidFill>
                  <a:schemeClr val="dk1"/>
                </a:solidFill>
                <a:latin typeface="Arial"/>
                <a:ea typeface="Arial"/>
                <a:cs typeface="Arial"/>
                <a:sym typeface="Arial"/>
              </a:rPr>
              <a:t>The repository in the diagram indicates a central server that could be local or remote which is directly connected to each of the programmer’s workstation.</a:t>
            </a:r>
            <a:endParaRPr sz="2100" b="0" i="0" u="none" strike="noStrike" cap="none" dirty="0">
              <a:solidFill>
                <a:schemeClr val="dk1"/>
              </a:solidFill>
              <a:latin typeface="Arial"/>
              <a:ea typeface="Arial"/>
              <a:cs typeface="Arial"/>
              <a:sym typeface="Arial"/>
            </a:endParaRPr>
          </a:p>
        </p:txBody>
      </p:sp>
      <p:sp>
        <p:nvSpPr>
          <p:cNvPr id="242" name="Google Shape;242;p37"/>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dirty="0">
                <a:solidFill>
                  <a:schemeClr val="accent1"/>
                </a:solidFill>
                <a:latin typeface="Roboto Slab"/>
                <a:ea typeface="Roboto Slab"/>
                <a:cs typeface="Roboto Slab"/>
                <a:sym typeface="Roboto Slab"/>
              </a:rPr>
              <a:t>Centralized VCS</a:t>
            </a:r>
            <a:endParaRPr sz="2400" b="1" i="0" u="none" strike="noStrike" cap="none" dirty="0">
              <a:solidFill>
                <a:schemeClr val="accent1"/>
              </a:solidFill>
              <a:latin typeface="Roboto Slab"/>
              <a:ea typeface="Roboto Slab"/>
              <a:cs typeface="Roboto Slab"/>
              <a:sym typeface="Roboto Slab"/>
            </a:endParaRPr>
          </a:p>
        </p:txBody>
      </p:sp>
      <p:pic>
        <p:nvPicPr>
          <p:cNvPr id="243" name="Google Shape;243;p37"/>
          <p:cNvPicPr preferRelativeResize="0"/>
          <p:nvPr/>
        </p:nvPicPr>
        <p:blipFill rotWithShape="1">
          <a:blip r:embed="rId3">
            <a:alphaModFix/>
          </a:blip>
          <a:srcRect/>
          <a:stretch/>
        </p:blipFill>
        <p:spPr>
          <a:xfrm>
            <a:off x="1803250" y="2483450"/>
            <a:ext cx="5494598" cy="2425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8"/>
          <p:cNvSpPr txBox="1"/>
          <p:nvPr/>
        </p:nvSpPr>
        <p:spPr>
          <a:xfrm>
            <a:off x="344575" y="1258950"/>
            <a:ext cx="84588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dirty="0">
                <a:solidFill>
                  <a:schemeClr val="dk1"/>
                </a:solidFill>
                <a:latin typeface="Arial"/>
                <a:ea typeface="Arial"/>
                <a:cs typeface="Arial"/>
                <a:sym typeface="Arial"/>
              </a:rPr>
              <a:t>These systems do not necessarily rely on a central server to store all the versions of a project file.</a:t>
            </a:r>
            <a:endParaRPr sz="2100" b="0" i="0" u="none" strike="noStrike" cap="none" dirty="0">
              <a:solidFill>
                <a:schemeClr val="dk1"/>
              </a:solidFill>
              <a:latin typeface="Arial"/>
              <a:ea typeface="Arial"/>
              <a:cs typeface="Arial"/>
              <a:sym typeface="Arial"/>
            </a:endParaRPr>
          </a:p>
        </p:txBody>
      </p:sp>
      <p:sp>
        <p:nvSpPr>
          <p:cNvPr id="249" name="Google Shape;249;p38"/>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0"/>
              </a:spcBef>
              <a:spcAft>
                <a:spcPts val="400"/>
              </a:spcAft>
              <a:buClr>
                <a:srgbClr val="000000"/>
              </a:buClr>
              <a:buSzPts val="2400"/>
              <a:buFont typeface="Arial"/>
              <a:buNone/>
            </a:pPr>
            <a:r>
              <a:rPr lang="en" sz="2400" b="1" i="0" u="none" strike="noStrike" cap="none">
                <a:solidFill>
                  <a:schemeClr val="accent1"/>
                </a:solidFill>
                <a:latin typeface="Roboto Slab"/>
                <a:ea typeface="Roboto Slab"/>
                <a:cs typeface="Roboto Slab"/>
                <a:sym typeface="Roboto Slab"/>
              </a:rPr>
              <a:t>Distributed VCS</a:t>
            </a:r>
            <a:endParaRPr sz="2400" b="1" i="0" u="none" strike="noStrike" cap="none">
              <a:solidFill>
                <a:schemeClr val="accent1"/>
              </a:solidFill>
              <a:latin typeface="Roboto Slab"/>
              <a:ea typeface="Roboto Slab"/>
              <a:cs typeface="Roboto Slab"/>
              <a:sym typeface="Roboto Slab"/>
            </a:endParaRPr>
          </a:p>
        </p:txBody>
      </p:sp>
      <p:pic>
        <p:nvPicPr>
          <p:cNvPr id="250" name="Google Shape;250;p38"/>
          <p:cNvPicPr preferRelativeResize="0"/>
          <p:nvPr/>
        </p:nvPicPr>
        <p:blipFill rotWithShape="1">
          <a:blip r:embed="rId3">
            <a:alphaModFix/>
          </a:blip>
          <a:srcRect/>
          <a:stretch/>
        </p:blipFill>
        <p:spPr>
          <a:xfrm>
            <a:off x="2494438" y="2242650"/>
            <a:ext cx="4155137" cy="2748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0"/>
          <p:cNvSpPr txBox="1"/>
          <p:nvPr/>
        </p:nvSpPr>
        <p:spPr>
          <a:xfrm>
            <a:off x="344575" y="1182750"/>
            <a:ext cx="84588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chemeClr val="dk1"/>
                </a:solidFill>
                <a:latin typeface="Arial"/>
                <a:ea typeface="Arial"/>
                <a:cs typeface="Arial"/>
                <a:sym typeface="Arial"/>
              </a:rPr>
              <a:t>You know what a 2 Tree Architecture looks like, interesting to say Git has different one, it is instead powered by 3 Trees! By adding a staging tree in between.</a:t>
            </a:r>
            <a:endParaRPr sz="1600" b="0" i="0" u="none" strike="noStrike" cap="none" dirty="0">
              <a:solidFill>
                <a:schemeClr val="dk1"/>
              </a:solidFill>
              <a:latin typeface="Arial"/>
              <a:ea typeface="Arial"/>
              <a:cs typeface="Arial"/>
              <a:sym typeface="Arial"/>
            </a:endParaRPr>
          </a:p>
        </p:txBody>
      </p:sp>
      <p:sp>
        <p:nvSpPr>
          <p:cNvPr id="263" name="Google Shape;263;p40"/>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0"/>
              </a:spcBef>
              <a:spcAft>
                <a:spcPts val="400"/>
              </a:spcAft>
              <a:buClr>
                <a:srgbClr val="000000"/>
              </a:buClr>
              <a:buSzPts val="2400"/>
              <a:buFont typeface="Arial"/>
              <a:buNone/>
            </a:pPr>
            <a:r>
              <a:rPr lang="en" sz="2400" b="1" i="0" u="none" strike="noStrike" cap="none" dirty="0">
                <a:solidFill>
                  <a:schemeClr val="accent1"/>
                </a:solidFill>
                <a:latin typeface="Roboto Slab"/>
                <a:ea typeface="Roboto Slab"/>
                <a:cs typeface="Roboto Slab"/>
                <a:sym typeface="Roboto Slab"/>
              </a:rPr>
              <a:t>Two - Tree Architecture</a:t>
            </a:r>
            <a:endParaRPr sz="2400" b="1" i="0" u="none" strike="noStrike" cap="none" dirty="0">
              <a:solidFill>
                <a:schemeClr val="accent1"/>
              </a:solidFill>
              <a:latin typeface="Roboto Slab"/>
              <a:ea typeface="Roboto Slab"/>
              <a:cs typeface="Roboto Slab"/>
              <a:sym typeface="Roboto Slab"/>
            </a:endParaRPr>
          </a:p>
        </p:txBody>
      </p:sp>
      <p:pic>
        <p:nvPicPr>
          <p:cNvPr id="264" name="Google Shape;264;p40"/>
          <p:cNvPicPr preferRelativeResize="0"/>
          <p:nvPr/>
        </p:nvPicPr>
        <p:blipFill rotWithShape="1">
          <a:blip r:embed="rId3">
            <a:alphaModFix/>
          </a:blip>
          <a:srcRect/>
          <a:stretch/>
        </p:blipFill>
        <p:spPr>
          <a:xfrm>
            <a:off x="3084925" y="2376450"/>
            <a:ext cx="2978096" cy="248625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2"/>
          <p:cNvSpPr txBox="1"/>
          <p:nvPr/>
        </p:nvSpPr>
        <p:spPr>
          <a:xfrm>
            <a:off x="531200" y="3977950"/>
            <a:ext cx="3054000" cy="78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1" i="0" u="none" strike="noStrike" cap="none" dirty="0">
                <a:solidFill>
                  <a:srgbClr val="000000"/>
                </a:solidFill>
                <a:latin typeface="Arial"/>
                <a:ea typeface="Arial"/>
                <a:cs typeface="Arial"/>
                <a:sym typeface="Arial"/>
              </a:rPr>
              <a:t>Use full commands to check different stats in git</a:t>
            </a:r>
            <a:endParaRPr sz="900" b="1"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000000"/>
                </a:solidFill>
                <a:highlight>
                  <a:srgbClr val="CFD8DC"/>
                </a:highlight>
                <a:latin typeface="Arial"/>
                <a:ea typeface="Arial"/>
                <a:cs typeface="Arial"/>
                <a:sym typeface="Arial"/>
              </a:rPr>
              <a:t>git status</a:t>
            </a:r>
            <a:endParaRPr sz="900" b="0" i="0" u="none" strike="noStrike" cap="none" dirty="0">
              <a:solidFill>
                <a:srgbClr val="000000"/>
              </a:solidFill>
              <a:highlight>
                <a:schemeClr val="lt2"/>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000000"/>
                </a:solidFill>
                <a:highlight>
                  <a:srgbClr val="CFD8DC"/>
                </a:highlight>
                <a:latin typeface="Arial"/>
                <a:ea typeface="Arial"/>
                <a:cs typeface="Arial"/>
                <a:sym typeface="Arial"/>
              </a:rPr>
              <a:t>git show</a:t>
            </a:r>
            <a:endParaRPr sz="900" b="0" i="0" u="none" strike="noStrike" cap="none" dirty="0">
              <a:solidFill>
                <a:srgbClr val="000000"/>
              </a:solidFill>
              <a:highlight>
                <a:schemeClr val="lt2"/>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000000"/>
                </a:solidFill>
                <a:highlight>
                  <a:srgbClr val="CFD8DC"/>
                </a:highlight>
                <a:latin typeface="Arial"/>
                <a:ea typeface="Arial"/>
                <a:cs typeface="Arial"/>
                <a:sym typeface="Arial"/>
              </a:rPr>
              <a:t>git log</a:t>
            </a:r>
            <a:endParaRPr sz="900" b="0" i="0" u="none" strike="noStrike" cap="none" dirty="0">
              <a:solidFill>
                <a:srgbClr val="000000"/>
              </a:solidFill>
              <a:highlight>
                <a:srgbClr val="CFD8DC"/>
              </a:highlight>
              <a:latin typeface="Arial"/>
              <a:ea typeface="Arial"/>
              <a:cs typeface="Arial"/>
              <a:sym typeface="Arial"/>
            </a:endParaRPr>
          </a:p>
        </p:txBody>
      </p:sp>
      <p:sp>
        <p:nvSpPr>
          <p:cNvPr id="276" name="Google Shape;276;p42"/>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0"/>
              </a:spcBef>
              <a:spcAft>
                <a:spcPts val="400"/>
              </a:spcAft>
              <a:buClr>
                <a:srgbClr val="000000"/>
              </a:buClr>
              <a:buSzPts val="2400"/>
              <a:buFont typeface="Arial"/>
              <a:buNone/>
            </a:pPr>
            <a:r>
              <a:rPr lang="en" sz="2400" b="1" i="0" u="none" strike="noStrike" cap="none" dirty="0">
                <a:solidFill>
                  <a:schemeClr val="accent1"/>
                </a:solidFill>
                <a:latin typeface="Roboto Slab"/>
                <a:ea typeface="Roboto Slab"/>
                <a:cs typeface="Roboto Slab"/>
                <a:sym typeface="Roboto Slab"/>
              </a:rPr>
              <a:t>Simple git Workflow</a:t>
            </a:r>
            <a:endParaRPr sz="2400" b="1" i="0" u="none" strike="noStrike" cap="none" dirty="0">
              <a:solidFill>
                <a:schemeClr val="accent1"/>
              </a:solidFill>
              <a:latin typeface="Roboto Slab"/>
              <a:ea typeface="Roboto Slab"/>
              <a:cs typeface="Roboto Slab"/>
              <a:sym typeface="Roboto Slab"/>
            </a:endParaRPr>
          </a:p>
        </p:txBody>
      </p:sp>
      <p:sp>
        <p:nvSpPr>
          <p:cNvPr id="277" name="Google Shape;277;p42"/>
          <p:cNvSpPr/>
          <p:nvPr/>
        </p:nvSpPr>
        <p:spPr>
          <a:xfrm>
            <a:off x="1030525" y="2397825"/>
            <a:ext cx="787800" cy="4665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1111"/>
              </a:lnSpc>
              <a:spcBef>
                <a:spcPts val="0"/>
              </a:spcBef>
              <a:spcAft>
                <a:spcPts val="0"/>
              </a:spcAft>
              <a:buClr>
                <a:srgbClr val="000000"/>
              </a:buClr>
              <a:buSzPts val="850"/>
              <a:buFont typeface="Arial"/>
              <a:buNone/>
            </a:pPr>
            <a:r>
              <a:rPr lang="en" sz="850" b="1" i="0" u="none" strike="noStrike" cap="none" dirty="0">
                <a:solidFill>
                  <a:srgbClr val="111827"/>
                </a:solidFill>
                <a:highlight>
                  <a:srgbClr val="FFFFFF"/>
                </a:highlight>
                <a:latin typeface="Roboto"/>
                <a:ea typeface="Roboto"/>
                <a:cs typeface="Roboto"/>
                <a:sym typeface="Roboto"/>
              </a:rPr>
              <a:t>Create a Repository</a:t>
            </a:r>
            <a:endParaRPr sz="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
              <a:buFont typeface="Arial"/>
              <a:buNone/>
            </a:pPr>
            <a:endParaRPr sz="100" b="0" i="0" u="none" strike="noStrike" cap="none" dirty="0">
              <a:solidFill>
                <a:srgbClr val="000000"/>
              </a:solidFill>
              <a:latin typeface="Arial"/>
              <a:ea typeface="Arial"/>
              <a:cs typeface="Arial"/>
              <a:sym typeface="Arial"/>
            </a:endParaRPr>
          </a:p>
        </p:txBody>
      </p:sp>
      <p:cxnSp>
        <p:nvCxnSpPr>
          <p:cNvPr id="278" name="Google Shape;278;p42"/>
          <p:cNvCxnSpPr>
            <a:stCxn id="279" idx="2"/>
            <a:endCxn id="277" idx="1"/>
          </p:cNvCxnSpPr>
          <p:nvPr/>
        </p:nvCxnSpPr>
        <p:spPr>
          <a:xfrm rot="-5400000" flipH="1">
            <a:off x="601900" y="2202450"/>
            <a:ext cx="371400" cy="485700"/>
          </a:xfrm>
          <a:prstGeom prst="curvedConnector2">
            <a:avLst/>
          </a:prstGeom>
          <a:noFill/>
          <a:ln w="9525" cap="flat" cmpd="sng">
            <a:solidFill>
              <a:schemeClr val="dk2"/>
            </a:solidFill>
            <a:prstDash val="solid"/>
            <a:round/>
            <a:headEnd type="none" w="sm" len="sm"/>
            <a:tailEnd type="stealth" w="med" len="med"/>
          </a:ln>
        </p:spPr>
      </p:cxnSp>
      <p:sp>
        <p:nvSpPr>
          <p:cNvPr id="279" name="Google Shape;279;p42"/>
          <p:cNvSpPr/>
          <p:nvPr/>
        </p:nvSpPr>
        <p:spPr>
          <a:xfrm>
            <a:off x="240550" y="2069400"/>
            <a:ext cx="608400" cy="190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1111"/>
              </a:lnSpc>
              <a:spcBef>
                <a:spcPts val="0"/>
              </a:spcBef>
              <a:spcAft>
                <a:spcPts val="0"/>
              </a:spcAft>
              <a:buClr>
                <a:srgbClr val="000000"/>
              </a:buClr>
              <a:buSzPts val="850"/>
              <a:buFont typeface="Arial"/>
              <a:buNone/>
            </a:pPr>
            <a:r>
              <a:rPr lang="en" sz="850" b="1" i="0" u="none" strike="noStrike" cap="none" dirty="0">
                <a:solidFill>
                  <a:schemeClr val="dk1"/>
                </a:solidFill>
                <a:highlight>
                  <a:schemeClr val="lt2"/>
                </a:highlight>
                <a:latin typeface="Roboto"/>
                <a:ea typeface="Roboto"/>
                <a:cs typeface="Roboto"/>
                <a:sym typeface="Roboto"/>
              </a:rPr>
              <a:t>$ git init</a:t>
            </a:r>
            <a:endParaRPr sz="850" b="1" i="0" u="none" strike="noStrike" cap="none" dirty="0">
              <a:solidFill>
                <a:schemeClr val="dk1"/>
              </a:solidFill>
              <a:highlight>
                <a:schemeClr val="lt2"/>
              </a:highlight>
              <a:latin typeface="Roboto"/>
              <a:ea typeface="Roboto"/>
              <a:cs typeface="Roboto"/>
              <a:sym typeface="Roboto"/>
            </a:endParaRPr>
          </a:p>
        </p:txBody>
      </p:sp>
      <p:sp>
        <p:nvSpPr>
          <p:cNvPr id="280" name="Google Shape;280;p42"/>
          <p:cNvSpPr/>
          <p:nvPr/>
        </p:nvSpPr>
        <p:spPr>
          <a:xfrm>
            <a:off x="3921225" y="2069400"/>
            <a:ext cx="706200" cy="190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1111"/>
              </a:lnSpc>
              <a:spcBef>
                <a:spcPts val="0"/>
              </a:spcBef>
              <a:spcAft>
                <a:spcPts val="0"/>
              </a:spcAft>
              <a:buClr>
                <a:srgbClr val="000000"/>
              </a:buClr>
              <a:buSzPts val="850"/>
              <a:buFont typeface="Arial"/>
              <a:buNone/>
            </a:pPr>
            <a:r>
              <a:rPr lang="en" sz="850" b="1" i="0" u="none" strike="noStrike" cap="none" dirty="0">
                <a:solidFill>
                  <a:schemeClr val="dk1"/>
                </a:solidFill>
                <a:highlight>
                  <a:schemeClr val="lt2"/>
                </a:highlight>
                <a:latin typeface="Roboto"/>
                <a:ea typeface="Roboto"/>
                <a:cs typeface="Roboto"/>
                <a:sym typeface="Roboto"/>
              </a:rPr>
              <a:t>$ git add </a:t>
            </a:r>
            <a:endParaRPr sz="850" b="1" i="0" u="none" strike="noStrike" cap="none" dirty="0">
              <a:solidFill>
                <a:schemeClr val="dk1"/>
              </a:solidFill>
              <a:highlight>
                <a:schemeClr val="lt2"/>
              </a:highlight>
              <a:latin typeface="Roboto"/>
              <a:ea typeface="Roboto"/>
              <a:cs typeface="Roboto"/>
              <a:sym typeface="Roboto"/>
            </a:endParaRPr>
          </a:p>
        </p:txBody>
      </p:sp>
      <p:cxnSp>
        <p:nvCxnSpPr>
          <p:cNvPr id="281" name="Google Shape;281;p42"/>
          <p:cNvCxnSpPr>
            <a:stCxn id="282" idx="3"/>
            <a:endCxn id="280" idx="1"/>
          </p:cNvCxnSpPr>
          <p:nvPr/>
        </p:nvCxnSpPr>
        <p:spPr>
          <a:xfrm rot="10800000" flipH="1">
            <a:off x="3403425" y="2164575"/>
            <a:ext cx="517800" cy="466500"/>
          </a:xfrm>
          <a:prstGeom prst="curvedConnector3">
            <a:avLst>
              <a:gd name="adj1" fmla="val 50000"/>
            </a:avLst>
          </a:prstGeom>
          <a:noFill/>
          <a:ln w="9525" cap="flat" cmpd="sng">
            <a:solidFill>
              <a:schemeClr val="dk2"/>
            </a:solidFill>
            <a:prstDash val="solid"/>
            <a:round/>
            <a:headEnd type="none" w="sm" len="sm"/>
            <a:tailEnd type="stealth" w="med" len="med"/>
          </a:ln>
        </p:spPr>
      </p:cxnSp>
      <p:sp>
        <p:nvSpPr>
          <p:cNvPr id="282" name="Google Shape;282;p42"/>
          <p:cNvSpPr/>
          <p:nvPr/>
        </p:nvSpPr>
        <p:spPr>
          <a:xfrm>
            <a:off x="2292525" y="2394525"/>
            <a:ext cx="1110900" cy="4731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1111"/>
              </a:lnSpc>
              <a:spcBef>
                <a:spcPts val="0"/>
              </a:spcBef>
              <a:spcAft>
                <a:spcPts val="0"/>
              </a:spcAft>
              <a:buClr>
                <a:srgbClr val="000000"/>
              </a:buClr>
              <a:buSzPts val="850"/>
              <a:buFont typeface="Arial"/>
              <a:buNone/>
            </a:pPr>
            <a:r>
              <a:rPr lang="en" sz="850" b="1" i="0" u="none" strike="noStrike" cap="none" dirty="0">
                <a:solidFill>
                  <a:srgbClr val="111827"/>
                </a:solidFill>
                <a:highlight>
                  <a:srgbClr val="FFFFFF"/>
                </a:highlight>
                <a:latin typeface="Roboto"/>
                <a:ea typeface="Roboto"/>
                <a:cs typeface="Roboto"/>
                <a:sym typeface="Roboto"/>
              </a:rPr>
              <a:t>Create file in working directory</a:t>
            </a:r>
            <a:endParaRPr sz="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
              <a:buFont typeface="Arial"/>
              <a:buNone/>
            </a:pPr>
            <a:endParaRPr sz="100" b="0" i="0" u="none" strike="noStrike" cap="none" dirty="0">
              <a:solidFill>
                <a:srgbClr val="000000"/>
              </a:solidFill>
              <a:latin typeface="Arial"/>
              <a:ea typeface="Arial"/>
              <a:cs typeface="Arial"/>
              <a:sym typeface="Arial"/>
            </a:endParaRPr>
          </a:p>
        </p:txBody>
      </p:sp>
      <p:cxnSp>
        <p:nvCxnSpPr>
          <p:cNvPr id="283" name="Google Shape;283;p42"/>
          <p:cNvCxnSpPr>
            <a:stCxn id="277" idx="3"/>
            <a:endCxn id="282" idx="1"/>
          </p:cNvCxnSpPr>
          <p:nvPr/>
        </p:nvCxnSpPr>
        <p:spPr>
          <a:xfrm>
            <a:off x="1818325" y="2631075"/>
            <a:ext cx="474300" cy="600"/>
          </a:xfrm>
          <a:prstGeom prst="curvedConnector3">
            <a:avLst>
              <a:gd name="adj1" fmla="val 49989"/>
            </a:avLst>
          </a:prstGeom>
          <a:noFill/>
          <a:ln w="9525" cap="flat" cmpd="sng">
            <a:solidFill>
              <a:schemeClr val="dk2"/>
            </a:solidFill>
            <a:prstDash val="solid"/>
            <a:round/>
            <a:headEnd type="none" w="sm" len="sm"/>
            <a:tailEnd type="stealth" w="med" len="med"/>
          </a:ln>
        </p:spPr>
      </p:cxnSp>
      <p:sp>
        <p:nvSpPr>
          <p:cNvPr id="284" name="Google Shape;284;p42"/>
          <p:cNvSpPr/>
          <p:nvPr/>
        </p:nvSpPr>
        <p:spPr>
          <a:xfrm>
            <a:off x="5100975" y="2394525"/>
            <a:ext cx="916800" cy="4731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1111"/>
              </a:lnSpc>
              <a:spcBef>
                <a:spcPts val="0"/>
              </a:spcBef>
              <a:spcAft>
                <a:spcPts val="0"/>
              </a:spcAft>
              <a:buClr>
                <a:srgbClr val="000000"/>
              </a:buClr>
              <a:buSzPts val="850"/>
              <a:buFont typeface="Arial"/>
              <a:buNone/>
            </a:pPr>
            <a:r>
              <a:rPr lang="en" sz="850" b="1" i="0" u="none" strike="noStrike" cap="none" dirty="0">
                <a:solidFill>
                  <a:srgbClr val="111827"/>
                </a:solidFill>
                <a:highlight>
                  <a:srgbClr val="FFFFFF"/>
                </a:highlight>
                <a:latin typeface="Roboto"/>
                <a:ea typeface="Roboto"/>
                <a:cs typeface="Roboto"/>
                <a:sym typeface="Roboto"/>
              </a:rPr>
              <a:t>Staging area</a:t>
            </a:r>
            <a:endParaRPr sz="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
              <a:buFont typeface="Arial"/>
              <a:buNone/>
            </a:pPr>
            <a:endParaRPr sz="100" b="0" i="0" u="none" strike="noStrike" cap="none" dirty="0">
              <a:solidFill>
                <a:srgbClr val="000000"/>
              </a:solidFill>
              <a:latin typeface="Arial"/>
              <a:ea typeface="Arial"/>
              <a:cs typeface="Arial"/>
              <a:sym typeface="Arial"/>
            </a:endParaRPr>
          </a:p>
        </p:txBody>
      </p:sp>
      <p:cxnSp>
        <p:nvCxnSpPr>
          <p:cNvPr id="285" name="Google Shape;285;p42"/>
          <p:cNvCxnSpPr>
            <a:stCxn id="280" idx="3"/>
            <a:endCxn id="284" idx="1"/>
          </p:cNvCxnSpPr>
          <p:nvPr/>
        </p:nvCxnSpPr>
        <p:spPr>
          <a:xfrm>
            <a:off x="4627425" y="2164500"/>
            <a:ext cx="473700" cy="466500"/>
          </a:xfrm>
          <a:prstGeom prst="curvedConnector3">
            <a:avLst>
              <a:gd name="adj1" fmla="val 49984"/>
            </a:avLst>
          </a:prstGeom>
          <a:noFill/>
          <a:ln w="9525" cap="flat" cmpd="sng">
            <a:solidFill>
              <a:schemeClr val="dk2"/>
            </a:solidFill>
            <a:prstDash val="solid"/>
            <a:round/>
            <a:headEnd type="none" w="sm" len="sm"/>
            <a:tailEnd type="stealth" w="med" len="med"/>
          </a:ln>
        </p:spPr>
      </p:cxnSp>
      <p:sp>
        <p:nvSpPr>
          <p:cNvPr id="286" name="Google Shape;286;p42"/>
          <p:cNvSpPr/>
          <p:nvPr/>
        </p:nvSpPr>
        <p:spPr>
          <a:xfrm>
            <a:off x="6507075" y="2069400"/>
            <a:ext cx="858300" cy="190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1111"/>
              </a:lnSpc>
              <a:spcBef>
                <a:spcPts val="0"/>
              </a:spcBef>
              <a:spcAft>
                <a:spcPts val="0"/>
              </a:spcAft>
              <a:buClr>
                <a:srgbClr val="000000"/>
              </a:buClr>
              <a:buSzPts val="850"/>
              <a:buFont typeface="Arial"/>
              <a:buNone/>
            </a:pPr>
            <a:r>
              <a:rPr lang="en" sz="850" b="1" i="0" u="none" strike="noStrike" cap="none" dirty="0">
                <a:solidFill>
                  <a:schemeClr val="dk1"/>
                </a:solidFill>
                <a:highlight>
                  <a:schemeClr val="lt2"/>
                </a:highlight>
                <a:latin typeface="Roboto"/>
                <a:ea typeface="Roboto"/>
                <a:cs typeface="Roboto"/>
                <a:sym typeface="Roboto"/>
              </a:rPr>
              <a:t>$ git commit </a:t>
            </a:r>
            <a:endParaRPr sz="850" b="1" i="0" u="none" strike="noStrike" cap="none" dirty="0">
              <a:solidFill>
                <a:schemeClr val="dk1"/>
              </a:solidFill>
              <a:highlight>
                <a:schemeClr val="lt2"/>
              </a:highlight>
              <a:latin typeface="Roboto"/>
              <a:ea typeface="Roboto"/>
              <a:cs typeface="Roboto"/>
              <a:sym typeface="Roboto"/>
            </a:endParaRPr>
          </a:p>
        </p:txBody>
      </p:sp>
      <p:cxnSp>
        <p:nvCxnSpPr>
          <p:cNvPr id="287" name="Google Shape;287;p42"/>
          <p:cNvCxnSpPr>
            <a:stCxn id="284" idx="3"/>
            <a:endCxn id="286" idx="1"/>
          </p:cNvCxnSpPr>
          <p:nvPr/>
        </p:nvCxnSpPr>
        <p:spPr>
          <a:xfrm rot="10800000" flipH="1">
            <a:off x="6017775" y="2164575"/>
            <a:ext cx="489300" cy="466500"/>
          </a:xfrm>
          <a:prstGeom prst="curvedConnector3">
            <a:avLst>
              <a:gd name="adj1" fmla="val 50000"/>
            </a:avLst>
          </a:prstGeom>
          <a:noFill/>
          <a:ln w="9525" cap="flat" cmpd="sng">
            <a:solidFill>
              <a:schemeClr val="dk2"/>
            </a:solidFill>
            <a:prstDash val="solid"/>
            <a:round/>
            <a:headEnd type="none" w="sm" len="sm"/>
            <a:tailEnd type="stealth" w="med" len="med"/>
          </a:ln>
        </p:spPr>
      </p:cxnSp>
      <p:sp>
        <p:nvSpPr>
          <p:cNvPr id="288" name="Google Shape;288;p42"/>
          <p:cNvSpPr/>
          <p:nvPr/>
        </p:nvSpPr>
        <p:spPr>
          <a:xfrm>
            <a:off x="7763175" y="2394813"/>
            <a:ext cx="916800" cy="4731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1111"/>
              </a:lnSpc>
              <a:spcBef>
                <a:spcPts val="0"/>
              </a:spcBef>
              <a:spcAft>
                <a:spcPts val="0"/>
              </a:spcAft>
              <a:buClr>
                <a:srgbClr val="000000"/>
              </a:buClr>
              <a:buSzPts val="850"/>
              <a:buFont typeface="Arial"/>
              <a:buNone/>
            </a:pPr>
            <a:r>
              <a:rPr lang="en" sz="850" b="1" i="0" u="none" strike="noStrike" cap="none" dirty="0">
                <a:solidFill>
                  <a:srgbClr val="111827"/>
                </a:solidFill>
                <a:highlight>
                  <a:srgbClr val="FFFFFF"/>
                </a:highlight>
                <a:latin typeface="Roboto"/>
                <a:ea typeface="Roboto"/>
                <a:cs typeface="Roboto"/>
                <a:sym typeface="Roboto"/>
              </a:rPr>
              <a:t>repository</a:t>
            </a:r>
            <a:endParaRPr sz="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
              <a:buFont typeface="Arial"/>
              <a:buNone/>
            </a:pPr>
            <a:endParaRPr sz="100" b="0" i="0" u="none" strike="noStrike" cap="none" dirty="0">
              <a:solidFill>
                <a:srgbClr val="000000"/>
              </a:solidFill>
              <a:latin typeface="Arial"/>
              <a:ea typeface="Arial"/>
              <a:cs typeface="Arial"/>
              <a:sym typeface="Arial"/>
            </a:endParaRPr>
          </a:p>
        </p:txBody>
      </p:sp>
      <p:cxnSp>
        <p:nvCxnSpPr>
          <p:cNvPr id="289" name="Google Shape;289;p42"/>
          <p:cNvCxnSpPr>
            <a:stCxn id="286" idx="3"/>
            <a:endCxn id="288" idx="1"/>
          </p:cNvCxnSpPr>
          <p:nvPr/>
        </p:nvCxnSpPr>
        <p:spPr>
          <a:xfrm>
            <a:off x="7365375" y="2164500"/>
            <a:ext cx="397800" cy="466800"/>
          </a:xfrm>
          <a:prstGeom prst="curvedConnector3">
            <a:avLst>
              <a:gd name="adj1" fmla="val 50000"/>
            </a:avLst>
          </a:prstGeom>
          <a:noFill/>
          <a:ln w="9525" cap="flat" cmpd="sng">
            <a:solidFill>
              <a:schemeClr val="dk2"/>
            </a:solidFill>
            <a:prstDash val="solid"/>
            <a:round/>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9"/>
                                        </p:tgtEl>
                                        <p:attrNameLst>
                                          <p:attrName>style.visibility</p:attrName>
                                        </p:attrNameLst>
                                      </p:cBhvr>
                                      <p:to>
                                        <p:strVal val="visible"/>
                                      </p:to>
                                    </p:set>
                                    <p:animEffect transition="in" filter="fade">
                                      <p:cBhvr>
                                        <p:cTn id="7" dur="1000"/>
                                        <p:tgtEl>
                                          <p:spTgt spid="2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8"/>
                                        </p:tgtEl>
                                        <p:attrNameLst>
                                          <p:attrName>style.visibility</p:attrName>
                                        </p:attrNameLst>
                                      </p:cBhvr>
                                      <p:to>
                                        <p:strVal val="visible"/>
                                      </p:to>
                                    </p:set>
                                    <p:animEffect transition="in" filter="fade">
                                      <p:cBhvr>
                                        <p:cTn id="12" dur="1000"/>
                                        <p:tgtEl>
                                          <p:spTgt spid="278"/>
                                        </p:tgtEl>
                                      </p:cBhvr>
                                    </p:animEffect>
                                  </p:childTnLst>
                                </p:cTn>
                              </p:par>
                              <p:par>
                                <p:cTn id="13" presetID="10" presetClass="entr" presetSubtype="0" fill="hold" nodeType="withEffect">
                                  <p:stCondLst>
                                    <p:cond delay="0"/>
                                  </p:stCondLst>
                                  <p:childTnLst>
                                    <p:set>
                                      <p:cBhvr>
                                        <p:cTn id="14" dur="1" fill="hold">
                                          <p:stCondLst>
                                            <p:cond delay="0"/>
                                          </p:stCondLst>
                                        </p:cTn>
                                        <p:tgtEl>
                                          <p:spTgt spid="277"/>
                                        </p:tgtEl>
                                        <p:attrNameLst>
                                          <p:attrName>style.visibility</p:attrName>
                                        </p:attrNameLst>
                                      </p:cBhvr>
                                      <p:to>
                                        <p:strVal val="visible"/>
                                      </p:to>
                                    </p:set>
                                    <p:animEffect transition="in" filter="fade">
                                      <p:cBhvr>
                                        <p:cTn id="15" dur="1000"/>
                                        <p:tgtEl>
                                          <p:spTgt spid="27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83"/>
                                        </p:tgtEl>
                                        <p:attrNameLst>
                                          <p:attrName>style.visibility</p:attrName>
                                        </p:attrNameLst>
                                      </p:cBhvr>
                                      <p:to>
                                        <p:strVal val="visible"/>
                                      </p:to>
                                    </p:set>
                                    <p:animEffect transition="in" filter="fade">
                                      <p:cBhvr>
                                        <p:cTn id="20" dur="1000"/>
                                        <p:tgtEl>
                                          <p:spTgt spid="283"/>
                                        </p:tgtEl>
                                      </p:cBhvr>
                                    </p:animEffect>
                                  </p:childTnLst>
                                </p:cTn>
                              </p:par>
                              <p:par>
                                <p:cTn id="21" presetID="10" presetClass="entr" presetSubtype="0" fill="hold" nodeType="withEffect">
                                  <p:stCondLst>
                                    <p:cond delay="0"/>
                                  </p:stCondLst>
                                  <p:childTnLst>
                                    <p:set>
                                      <p:cBhvr>
                                        <p:cTn id="22" dur="1" fill="hold">
                                          <p:stCondLst>
                                            <p:cond delay="0"/>
                                          </p:stCondLst>
                                        </p:cTn>
                                        <p:tgtEl>
                                          <p:spTgt spid="282"/>
                                        </p:tgtEl>
                                        <p:attrNameLst>
                                          <p:attrName>style.visibility</p:attrName>
                                        </p:attrNameLst>
                                      </p:cBhvr>
                                      <p:to>
                                        <p:strVal val="visible"/>
                                      </p:to>
                                    </p:set>
                                    <p:animEffect transition="in" filter="fade">
                                      <p:cBhvr>
                                        <p:cTn id="23" dur="1000"/>
                                        <p:tgtEl>
                                          <p:spTgt spid="28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1"/>
                                        </p:tgtEl>
                                        <p:attrNameLst>
                                          <p:attrName>style.visibility</p:attrName>
                                        </p:attrNameLst>
                                      </p:cBhvr>
                                      <p:to>
                                        <p:strVal val="visible"/>
                                      </p:to>
                                    </p:set>
                                    <p:animEffect transition="in" filter="fade">
                                      <p:cBhvr>
                                        <p:cTn id="28" dur="1000"/>
                                        <p:tgtEl>
                                          <p:spTgt spid="281"/>
                                        </p:tgtEl>
                                      </p:cBhvr>
                                    </p:animEffect>
                                  </p:childTnLst>
                                </p:cTn>
                              </p:par>
                              <p:par>
                                <p:cTn id="29" presetID="10" presetClass="entr" presetSubtype="0" fill="hold" nodeType="withEffect">
                                  <p:stCondLst>
                                    <p:cond delay="0"/>
                                  </p:stCondLst>
                                  <p:childTnLst>
                                    <p:set>
                                      <p:cBhvr>
                                        <p:cTn id="30" dur="1" fill="hold">
                                          <p:stCondLst>
                                            <p:cond delay="0"/>
                                          </p:stCondLst>
                                        </p:cTn>
                                        <p:tgtEl>
                                          <p:spTgt spid="280"/>
                                        </p:tgtEl>
                                        <p:attrNameLst>
                                          <p:attrName>style.visibility</p:attrName>
                                        </p:attrNameLst>
                                      </p:cBhvr>
                                      <p:to>
                                        <p:strVal val="visible"/>
                                      </p:to>
                                    </p:set>
                                    <p:animEffect transition="in" filter="fade">
                                      <p:cBhvr>
                                        <p:cTn id="31" dur="1000"/>
                                        <p:tgtEl>
                                          <p:spTgt spid="28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85"/>
                                        </p:tgtEl>
                                        <p:attrNameLst>
                                          <p:attrName>style.visibility</p:attrName>
                                        </p:attrNameLst>
                                      </p:cBhvr>
                                      <p:to>
                                        <p:strVal val="visible"/>
                                      </p:to>
                                    </p:set>
                                    <p:animEffect transition="in" filter="fade">
                                      <p:cBhvr>
                                        <p:cTn id="36" dur="1000"/>
                                        <p:tgtEl>
                                          <p:spTgt spid="285"/>
                                        </p:tgtEl>
                                      </p:cBhvr>
                                    </p:animEffect>
                                  </p:childTnLst>
                                </p:cTn>
                              </p:par>
                              <p:par>
                                <p:cTn id="37" presetID="10" presetClass="entr" presetSubtype="0" fill="hold" nodeType="withEffect">
                                  <p:stCondLst>
                                    <p:cond delay="0"/>
                                  </p:stCondLst>
                                  <p:childTnLst>
                                    <p:set>
                                      <p:cBhvr>
                                        <p:cTn id="38" dur="1" fill="hold">
                                          <p:stCondLst>
                                            <p:cond delay="0"/>
                                          </p:stCondLst>
                                        </p:cTn>
                                        <p:tgtEl>
                                          <p:spTgt spid="284"/>
                                        </p:tgtEl>
                                        <p:attrNameLst>
                                          <p:attrName>style.visibility</p:attrName>
                                        </p:attrNameLst>
                                      </p:cBhvr>
                                      <p:to>
                                        <p:strVal val="visible"/>
                                      </p:to>
                                    </p:set>
                                    <p:animEffect transition="in" filter="fade">
                                      <p:cBhvr>
                                        <p:cTn id="39" dur="1000"/>
                                        <p:tgtEl>
                                          <p:spTgt spid="28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87"/>
                                        </p:tgtEl>
                                        <p:attrNameLst>
                                          <p:attrName>style.visibility</p:attrName>
                                        </p:attrNameLst>
                                      </p:cBhvr>
                                      <p:to>
                                        <p:strVal val="visible"/>
                                      </p:to>
                                    </p:set>
                                    <p:animEffect transition="in" filter="fade">
                                      <p:cBhvr>
                                        <p:cTn id="44" dur="1000"/>
                                        <p:tgtEl>
                                          <p:spTgt spid="287"/>
                                        </p:tgtEl>
                                      </p:cBhvr>
                                    </p:animEffect>
                                  </p:childTnLst>
                                </p:cTn>
                              </p:par>
                              <p:par>
                                <p:cTn id="45" presetID="10" presetClass="entr" presetSubtype="0" fill="hold" nodeType="withEffect">
                                  <p:stCondLst>
                                    <p:cond delay="0"/>
                                  </p:stCondLst>
                                  <p:childTnLst>
                                    <p:set>
                                      <p:cBhvr>
                                        <p:cTn id="46" dur="1" fill="hold">
                                          <p:stCondLst>
                                            <p:cond delay="0"/>
                                          </p:stCondLst>
                                        </p:cTn>
                                        <p:tgtEl>
                                          <p:spTgt spid="286"/>
                                        </p:tgtEl>
                                        <p:attrNameLst>
                                          <p:attrName>style.visibility</p:attrName>
                                        </p:attrNameLst>
                                      </p:cBhvr>
                                      <p:to>
                                        <p:strVal val="visible"/>
                                      </p:to>
                                    </p:set>
                                    <p:animEffect transition="in" filter="fade">
                                      <p:cBhvr>
                                        <p:cTn id="47" dur="1000"/>
                                        <p:tgtEl>
                                          <p:spTgt spid="28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89"/>
                                        </p:tgtEl>
                                        <p:attrNameLst>
                                          <p:attrName>style.visibility</p:attrName>
                                        </p:attrNameLst>
                                      </p:cBhvr>
                                      <p:to>
                                        <p:strVal val="visible"/>
                                      </p:to>
                                    </p:set>
                                    <p:animEffect transition="in" filter="fade">
                                      <p:cBhvr>
                                        <p:cTn id="52" dur="1000"/>
                                        <p:tgtEl>
                                          <p:spTgt spid="289"/>
                                        </p:tgtEl>
                                      </p:cBhvr>
                                    </p:animEffect>
                                  </p:childTnLst>
                                </p:cTn>
                              </p:par>
                              <p:par>
                                <p:cTn id="53" presetID="10" presetClass="entr" presetSubtype="0" fill="hold" nodeType="withEffect">
                                  <p:stCondLst>
                                    <p:cond delay="0"/>
                                  </p:stCondLst>
                                  <p:childTnLst>
                                    <p:set>
                                      <p:cBhvr>
                                        <p:cTn id="54" dur="1" fill="hold">
                                          <p:stCondLst>
                                            <p:cond delay="0"/>
                                          </p:stCondLst>
                                        </p:cTn>
                                        <p:tgtEl>
                                          <p:spTgt spid="288"/>
                                        </p:tgtEl>
                                        <p:attrNameLst>
                                          <p:attrName>style.visibility</p:attrName>
                                        </p:attrNameLst>
                                      </p:cBhvr>
                                      <p:to>
                                        <p:strVal val="visible"/>
                                      </p:to>
                                    </p:set>
                                    <p:animEffect transition="in" filter="fade">
                                      <p:cBhvr>
                                        <p:cTn id="55" dur="1000"/>
                                        <p:tgtEl>
                                          <p:spTgt spid="28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75"/>
                                        </p:tgtEl>
                                        <p:attrNameLst>
                                          <p:attrName>style.visibility</p:attrName>
                                        </p:attrNameLst>
                                      </p:cBhvr>
                                      <p:to>
                                        <p:strVal val="visible"/>
                                      </p:to>
                                    </p:set>
                                    <p:animEffect transition="in" filter="fade">
                                      <p:cBhvr>
                                        <p:cTn id="60" dur="10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4"/>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dirty="0">
                <a:solidFill>
                  <a:schemeClr val="accent1"/>
                </a:solidFill>
                <a:latin typeface="Roboto Slab"/>
                <a:ea typeface="Roboto Slab"/>
                <a:cs typeface="Roboto Slab"/>
                <a:sym typeface="Roboto Slab"/>
              </a:rPr>
              <a:t>Connect Local Repository with Server</a:t>
            </a:r>
            <a:endParaRPr sz="2400" b="1" i="0" u="none" strike="noStrike" cap="none" dirty="0">
              <a:solidFill>
                <a:schemeClr val="accent1"/>
              </a:solidFill>
              <a:latin typeface="Roboto Slab"/>
              <a:ea typeface="Roboto Slab"/>
              <a:cs typeface="Roboto Slab"/>
              <a:sym typeface="Roboto Slab"/>
            </a:endParaRPr>
          </a:p>
        </p:txBody>
      </p:sp>
      <p:sp>
        <p:nvSpPr>
          <p:cNvPr id="301" name="Google Shape;301;p44"/>
          <p:cNvSpPr txBox="1"/>
          <p:nvPr/>
        </p:nvSpPr>
        <p:spPr>
          <a:xfrm>
            <a:off x="344575" y="1030350"/>
            <a:ext cx="8458800" cy="1391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80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In a real-world scenario, you may find it easier to first create a Repository on a Git hosting provider (e.g. </a:t>
            </a:r>
            <a:r>
              <a:rPr lang="en" sz="1400" b="0" i="0" u="none" strike="noStrike" cap="none" dirty="0">
                <a:solidFill>
                  <a:schemeClr val="hlink"/>
                </a:solidFill>
                <a:uFill>
                  <a:noFill/>
                </a:uFill>
                <a:latin typeface="Arial"/>
                <a:ea typeface="Arial"/>
                <a:cs typeface="Arial"/>
                <a:sym typeface="Arial"/>
                <a:hlinkClick r:id="rId3"/>
              </a:rPr>
              <a:t>GitHub</a:t>
            </a:r>
            <a:r>
              <a:rPr lang="en" sz="1400" b="0" i="0" u="none" strike="noStrike" cap="none" dirty="0">
                <a:solidFill>
                  <a:schemeClr val="dk1"/>
                </a:solidFill>
                <a:latin typeface="Arial"/>
                <a:ea typeface="Arial"/>
                <a:cs typeface="Arial"/>
                <a:sym typeface="Arial"/>
              </a:rPr>
              <a:t> or Gitlab ). Then, simply clone it to your local computer. The reason is that they automatically set the </a:t>
            </a:r>
            <a:r>
              <a:rPr lang="en" sz="1400" b="0" i="0" u="none" strike="noStrike" cap="none" dirty="0">
                <a:solidFill>
                  <a:schemeClr val="dk1"/>
                </a:solidFill>
                <a:latin typeface="Roboto Mono Light"/>
                <a:ea typeface="Roboto Mono Light"/>
                <a:cs typeface="Roboto Mono Light"/>
                <a:sym typeface="Roboto Mono Light"/>
              </a:rPr>
              <a:t>remote</a:t>
            </a:r>
            <a:r>
              <a:rPr lang="en" sz="1400" b="0" i="0" u="none" strike="noStrike" cap="none" dirty="0">
                <a:solidFill>
                  <a:schemeClr val="dk1"/>
                </a:solidFill>
                <a:latin typeface="Arial"/>
                <a:ea typeface="Arial"/>
                <a:cs typeface="Arial"/>
                <a:sym typeface="Arial"/>
              </a:rPr>
              <a:t> for you. Meaning that your local and remote repositories are connected by default.</a:t>
            </a:r>
            <a:br>
              <a:rPr lang="en" sz="1400" b="0" i="0" u="none" strike="noStrike" cap="none" dirty="0">
                <a:solidFill>
                  <a:schemeClr val="dk1"/>
                </a:solidFill>
                <a:latin typeface="Arial"/>
                <a:ea typeface="Arial"/>
                <a:cs typeface="Arial"/>
                <a:sym typeface="Arial"/>
              </a:rPr>
            </a:br>
            <a:r>
              <a:rPr lang="en" sz="1400" b="0" i="0" u="none" strike="noStrike" cap="none" dirty="0">
                <a:solidFill>
                  <a:schemeClr val="dk1"/>
                </a:solidFill>
                <a:latin typeface="Arial"/>
                <a:ea typeface="Arial"/>
                <a:cs typeface="Arial"/>
                <a:sym typeface="Arial"/>
              </a:rPr>
              <a:t>But, in case you have created a repository on your local computer and then want to connect it with a server. Then, run the below command.</a:t>
            </a:r>
            <a:endParaRPr sz="1400" b="0" i="0" u="none" strike="noStrike" cap="none" dirty="0">
              <a:solidFill>
                <a:schemeClr val="dk1"/>
              </a:solidFill>
              <a:latin typeface="Arial"/>
              <a:ea typeface="Arial"/>
              <a:cs typeface="Arial"/>
              <a:sym typeface="Arial"/>
            </a:endParaRPr>
          </a:p>
        </p:txBody>
      </p:sp>
      <p:sp>
        <p:nvSpPr>
          <p:cNvPr id="302" name="Google Shape;302;p44"/>
          <p:cNvSpPr txBox="1"/>
          <p:nvPr/>
        </p:nvSpPr>
        <p:spPr>
          <a:xfrm>
            <a:off x="344575" y="2518125"/>
            <a:ext cx="5740200" cy="1777379"/>
          </a:xfrm>
          <a:prstGeom prst="rect">
            <a:avLst/>
          </a:prstGeom>
          <a:noFill/>
          <a:ln>
            <a:noFill/>
          </a:ln>
        </p:spPr>
        <p:txBody>
          <a:bodyPr spcFirstLastPara="1" wrap="square" lIns="91425" tIns="91425" rIns="91425" bIns="91425" anchor="t" anchorCtr="0">
            <a:spAutoFit/>
          </a:bodyPr>
          <a:lstStyle/>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 git remote add [remote_name] [remote_url]</a:t>
            </a:r>
            <a:b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b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 git remote add origin [origin name]</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latin typeface="Arial" panose="020B0604020202020204" pitchFamily="34" charset="0"/>
                <a:ea typeface="Courier New"/>
                <a:cs typeface="Arial" panose="020B0604020202020204" pitchFamily="34" charset="0"/>
                <a:sym typeface="Courier New"/>
              </a:rPr>
              <a:t>To check remote url</a:t>
            </a:r>
            <a:endParaRPr sz="1000" b="0" i="0" u="none" strike="noStrike" cap="none" dirty="0">
              <a:solidFill>
                <a:schemeClr val="dk1"/>
              </a:solidFill>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 git remote -v</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latin typeface="Arial" panose="020B0604020202020204" pitchFamily="34" charset="0"/>
                <a:ea typeface="Courier New"/>
                <a:cs typeface="Arial" panose="020B0604020202020204" pitchFamily="34" charset="0"/>
                <a:sym typeface="Courier New"/>
              </a:rPr>
              <a:t>To name HEAD branch to ‘main’ &amp; push code to remote repository</a:t>
            </a:r>
            <a:endParaRPr sz="1000" b="0" i="0" u="none" strike="noStrike" cap="none" dirty="0">
              <a:solidFill>
                <a:schemeClr val="dk1"/>
              </a:solidFill>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git branch -M main</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latin typeface="Arial" panose="020B0604020202020204" pitchFamily="34" charset="0"/>
                <a:ea typeface="Courier New"/>
                <a:cs typeface="Arial" panose="020B0604020202020204" pitchFamily="34" charset="0"/>
                <a:sym typeface="Courier New"/>
              </a:rPr>
              <a:t>-u used to set upstream</a:t>
            </a:r>
            <a:endParaRPr sz="1400" b="0" i="0" u="none" strike="noStrike" cap="none" dirty="0">
              <a:solidFill>
                <a:srgbClr val="000000"/>
              </a:solidFill>
              <a:latin typeface="Arial" panose="020B0604020202020204" pitchFamily="34" charset="0"/>
              <a:cs typeface="Arial" panose="020B0604020202020204" pitchFamily="34" charset="0"/>
              <a:sym typeface="Arial"/>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git push -u origin main</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1">
                                            <p:txEl>
                                              <p:pRg st="0" end="0"/>
                                            </p:txEl>
                                          </p:spTgt>
                                        </p:tgtEl>
                                        <p:attrNameLst>
                                          <p:attrName>style.visibility</p:attrName>
                                        </p:attrNameLst>
                                      </p:cBhvr>
                                      <p:to>
                                        <p:strVal val="visible"/>
                                      </p:to>
                                    </p:set>
                                    <p:animEffect transition="in" filter="fade">
                                      <p:cBhvr>
                                        <p:cTn id="7" dur="1000"/>
                                        <p:tgtEl>
                                          <p:spTgt spid="3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2">
                                            <p:txEl>
                                              <p:pRg st="0" end="0"/>
                                            </p:txEl>
                                          </p:spTgt>
                                        </p:tgtEl>
                                        <p:attrNameLst>
                                          <p:attrName>style.visibility</p:attrName>
                                        </p:attrNameLst>
                                      </p:cBhvr>
                                      <p:to>
                                        <p:strVal val="visible"/>
                                      </p:to>
                                    </p:set>
                                    <p:animEffect transition="in" filter="fade">
                                      <p:cBhvr>
                                        <p:cTn id="12" dur="1000"/>
                                        <p:tgtEl>
                                          <p:spTgt spid="30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2">
                                            <p:txEl>
                                              <p:pRg st="1" end="1"/>
                                            </p:txEl>
                                          </p:spTgt>
                                        </p:tgtEl>
                                        <p:attrNameLst>
                                          <p:attrName>style.visibility</p:attrName>
                                        </p:attrNameLst>
                                      </p:cBhvr>
                                      <p:to>
                                        <p:strVal val="visible"/>
                                      </p:to>
                                    </p:set>
                                    <p:animEffect transition="in" filter="fade">
                                      <p:cBhvr>
                                        <p:cTn id="17" dur="1000"/>
                                        <p:tgtEl>
                                          <p:spTgt spid="30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2">
                                            <p:txEl>
                                              <p:pRg st="2" end="2"/>
                                            </p:txEl>
                                          </p:spTgt>
                                        </p:tgtEl>
                                        <p:attrNameLst>
                                          <p:attrName>style.visibility</p:attrName>
                                        </p:attrNameLst>
                                      </p:cBhvr>
                                      <p:to>
                                        <p:strVal val="visible"/>
                                      </p:to>
                                    </p:set>
                                    <p:animEffect transition="in" filter="fade">
                                      <p:cBhvr>
                                        <p:cTn id="22" dur="1000"/>
                                        <p:tgtEl>
                                          <p:spTgt spid="30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2">
                                            <p:txEl>
                                              <p:pRg st="3" end="3"/>
                                            </p:txEl>
                                          </p:spTgt>
                                        </p:tgtEl>
                                        <p:attrNameLst>
                                          <p:attrName>style.visibility</p:attrName>
                                        </p:attrNameLst>
                                      </p:cBhvr>
                                      <p:to>
                                        <p:strVal val="visible"/>
                                      </p:to>
                                    </p:set>
                                    <p:animEffect transition="in" filter="fade">
                                      <p:cBhvr>
                                        <p:cTn id="27" dur="1000"/>
                                        <p:tgtEl>
                                          <p:spTgt spid="30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2">
                                            <p:txEl>
                                              <p:pRg st="4" end="4"/>
                                            </p:txEl>
                                          </p:spTgt>
                                        </p:tgtEl>
                                        <p:attrNameLst>
                                          <p:attrName>style.visibility</p:attrName>
                                        </p:attrNameLst>
                                      </p:cBhvr>
                                      <p:to>
                                        <p:strVal val="visible"/>
                                      </p:to>
                                    </p:set>
                                    <p:animEffect transition="in" filter="fade">
                                      <p:cBhvr>
                                        <p:cTn id="32" dur="1000"/>
                                        <p:tgtEl>
                                          <p:spTgt spid="30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2">
                                            <p:txEl>
                                              <p:pRg st="5" end="5"/>
                                            </p:txEl>
                                          </p:spTgt>
                                        </p:tgtEl>
                                        <p:attrNameLst>
                                          <p:attrName>style.visibility</p:attrName>
                                        </p:attrNameLst>
                                      </p:cBhvr>
                                      <p:to>
                                        <p:strVal val="visible"/>
                                      </p:to>
                                    </p:set>
                                    <p:animEffect transition="in" filter="fade">
                                      <p:cBhvr>
                                        <p:cTn id="37" dur="1000"/>
                                        <p:tgtEl>
                                          <p:spTgt spid="30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2">
                                            <p:txEl>
                                              <p:pRg st="6" end="6"/>
                                            </p:txEl>
                                          </p:spTgt>
                                        </p:tgtEl>
                                        <p:attrNameLst>
                                          <p:attrName>style.visibility</p:attrName>
                                        </p:attrNameLst>
                                      </p:cBhvr>
                                      <p:to>
                                        <p:strVal val="visible"/>
                                      </p:to>
                                    </p:set>
                                    <p:animEffect transition="in" filter="fade">
                                      <p:cBhvr>
                                        <p:cTn id="42" dur="1000"/>
                                        <p:tgtEl>
                                          <p:spTgt spid="3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p:nvPr/>
        </p:nvSpPr>
        <p:spPr>
          <a:xfrm>
            <a:off x="344575" y="1527525"/>
            <a:ext cx="5740200" cy="1069493"/>
          </a:xfrm>
          <a:prstGeom prst="rect">
            <a:avLst/>
          </a:prstGeom>
          <a:noFill/>
          <a:ln>
            <a:noFill/>
          </a:ln>
        </p:spPr>
        <p:txBody>
          <a:bodyPr spcFirstLastPara="1" wrap="square" lIns="91425" tIns="91425" rIns="91425" bIns="91425" anchor="t" anchorCtr="0">
            <a:spAutoFit/>
          </a:bodyPr>
          <a:lstStyle/>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 git init</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 git remote add origin [repo_url]</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latin typeface="Arial" panose="020B0604020202020204" pitchFamily="34" charset="0"/>
                <a:ea typeface="Courier New"/>
                <a:cs typeface="Arial" panose="020B0604020202020204" pitchFamily="34" charset="0"/>
                <a:sym typeface="Courier New"/>
              </a:rPr>
              <a:t>To name HEAD branch to ‘main’ &amp; push code to remote repository</a:t>
            </a:r>
            <a:endParaRPr sz="1000" b="0" i="0" u="none" strike="noStrike" cap="none" dirty="0">
              <a:solidFill>
                <a:schemeClr val="dk1"/>
              </a:solidFill>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git branch -M main</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git pull origin main</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p:txBody>
      </p:sp>
      <p:sp>
        <p:nvSpPr>
          <p:cNvPr id="308" name="Google Shape;308;p45"/>
          <p:cNvSpPr txBox="1"/>
          <p:nvPr/>
        </p:nvSpPr>
        <p:spPr>
          <a:xfrm>
            <a:off x="344575" y="1030350"/>
            <a:ext cx="8458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800"/>
              </a:spcAft>
              <a:buClr>
                <a:srgbClr val="000000"/>
              </a:buClr>
              <a:buSzPts val="1400"/>
              <a:buFont typeface="Arial"/>
              <a:buNone/>
            </a:pPr>
            <a:r>
              <a:rPr lang="en" sz="1400" b="0" i="0" u="none" strike="noStrike" cap="none">
                <a:solidFill>
                  <a:schemeClr val="dk1"/>
                </a:solidFill>
                <a:latin typeface="Arial"/>
                <a:ea typeface="Arial"/>
                <a:cs typeface="Arial"/>
                <a:sym typeface="Arial"/>
              </a:rPr>
              <a:t>Scenario with existing remote repository.</a:t>
            </a:r>
            <a:endParaRPr sz="1400" b="0" i="0" u="none" strike="noStrike" cap="none">
              <a:solidFill>
                <a:schemeClr val="dk1"/>
              </a:solidFill>
              <a:latin typeface="Arial"/>
              <a:ea typeface="Arial"/>
              <a:cs typeface="Arial"/>
              <a:sym typeface="Arial"/>
            </a:endParaRPr>
          </a:p>
        </p:txBody>
      </p:sp>
      <p:sp>
        <p:nvSpPr>
          <p:cNvPr id="309" name="Google Shape;309;p45"/>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chemeClr val="accent1"/>
                </a:solidFill>
                <a:latin typeface="Roboto Slab"/>
                <a:ea typeface="Roboto Slab"/>
                <a:cs typeface="Roboto Slab"/>
                <a:sym typeface="Roboto Slab"/>
              </a:rPr>
              <a:t>Connect Local Repository with Server</a:t>
            </a:r>
            <a:endParaRPr sz="2400" b="1" i="0" u="none" strike="noStrike" cap="none">
              <a:solidFill>
                <a:schemeClr val="accent1"/>
              </a:solidFill>
              <a:latin typeface="Roboto Slab"/>
              <a:ea typeface="Roboto Slab"/>
              <a:cs typeface="Roboto Slab"/>
              <a:sym typeface="Roboto Slab"/>
            </a:endParaRPr>
          </a:p>
        </p:txBody>
      </p:sp>
      <p:sp>
        <p:nvSpPr>
          <p:cNvPr id="310" name="Google Shape;310;p45"/>
          <p:cNvSpPr txBox="1"/>
          <p:nvPr/>
        </p:nvSpPr>
        <p:spPr>
          <a:xfrm>
            <a:off x="344575" y="2975325"/>
            <a:ext cx="5740200" cy="361607"/>
          </a:xfrm>
          <a:prstGeom prst="rect">
            <a:avLst/>
          </a:prstGeom>
          <a:noFill/>
          <a:ln>
            <a:noFill/>
          </a:ln>
        </p:spPr>
        <p:txBody>
          <a:bodyPr spcFirstLastPara="1" wrap="square" lIns="91425" tIns="91425" rIns="91425" bIns="91425" anchor="t" anchorCtr="0">
            <a:spAutoFit/>
          </a:bodyPr>
          <a:lstStyle/>
          <a:p>
            <a:pPr marL="0" marR="165100" lvl="0" indent="0" algn="l" rtl="0">
              <a:lnSpc>
                <a:spcPct val="115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 git clone [repo url]</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8">
                                            <p:txEl>
                                              <p:pRg st="0" end="0"/>
                                            </p:txEl>
                                          </p:spTgt>
                                        </p:tgtEl>
                                        <p:attrNameLst>
                                          <p:attrName>style.visibility</p:attrName>
                                        </p:attrNameLst>
                                      </p:cBhvr>
                                      <p:to>
                                        <p:strVal val="visible"/>
                                      </p:to>
                                    </p:set>
                                    <p:animEffect transition="in" filter="fade">
                                      <p:cBhvr>
                                        <p:cTn id="7" dur="1000"/>
                                        <p:tgtEl>
                                          <p:spTgt spid="3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
                                            <p:txEl>
                                              <p:pRg st="0" end="0"/>
                                            </p:txEl>
                                          </p:spTgt>
                                        </p:tgtEl>
                                        <p:attrNameLst>
                                          <p:attrName>style.visibility</p:attrName>
                                        </p:attrNameLst>
                                      </p:cBhvr>
                                      <p:to>
                                        <p:strVal val="visible"/>
                                      </p:to>
                                    </p:set>
                                    <p:animEffect transition="in" filter="fade">
                                      <p:cBhvr>
                                        <p:cTn id="12" dur="1000"/>
                                        <p:tgtEl>
                                          <p:spTgt spid="30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
                                            <p:txEl>
                                              <p:pRg st="1" end="1"/>
                                            </p:txEl>
                                          </p:spTgt>
                                        </p:tgtEl>
                                        <p:attrNameLst>
                                          <p:attrName>style.visibility</p:attrName>
                                        </p:attrNameLst>
                                      </p:cBhvr>
                                      <p:to>
                                        <p:strVal val="visible"/>
                                      </p:to>
                                    </p:set>
                                    <p:animEffect transition="in" filter="fade">
                                      <p:cBhvr>
                                        <p:cTn id="17" dur="1000"/>
                                        <p:tgtEl>
                                          <p:spTgt spid="30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7">
                                            <p:txEl>
                                              <p:pRg st="2" end="2"/>
                                            </p:txEl>
                                          </p:spTgt>
                                        </p:tgtEl>
                                        <p:attrNameLst>
                                          <p:attrName>style.visibility</p:attrName>
                                        </p:attrNameLst>
                                      </p:cBhvr>
                                      <p:to>
                                        <p:strVal val="visible"/>
                                      </p:to>
                                    </p:set>
                                    <p:animEffect transition="in" filter="fade">
                                      <p:cBhvr>
                                        <p:cTn id="22" dur="1000"/>
                                        <p:tgtEl>
                                          <p:spTgt spid="30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7">
                                            <p:txEl>
                                              <p:pRg st="3" end="3"/>
                                            </p:txEl>
                                          </p:spTgt>
                                        </p:tgtEl>
                                        <p:attrNameLst>
                                          <p:attrName>style.visibility</p:attrName>
                                        </p:attrNameLst>
                                      </p:cBhvr>
                                      <p:to>
                                        <p:strVal val="visible"/>
                                      </p:to>
                                    </p:set>
                                    <p:animEffect transition="in" filter="fade">
                                      <p:cBhvr>
                                        <p:cTn id="27" dur="1000"/>
                                        <p:tgtEl>
                                          <p:spTgt spid="30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7">
                                            <p:txEl>
                                              <p:pRg st="4" end="4"/>
                                            </p:txEl>
                                          </p:spTgt>
                                        </p:tgtEl>
                                        <p:attrNameLst>
                                          <p:attrName>style.visibility</p:attrName>
                                        </p:attrNameLst>
                                      </p:cBhvr>
                                      <p:to>
                                        <p:strVal val="visible"/>
                                      </p:to>
                                    </p:set>
                                    <p:animEffect transition="in" filter="fade">
                                      <p:cBhvr>
                                        <p:cTn id="32" dur="1000"/>
                                        <p:tgtEl>
                                          <p:spTgt spid="30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0"/>
                                        </p:tgtEl>
                                        <p:attrNameLst>
                                          <p:attrName>style.visibility</p:attrName>
                                        </p:attrNameLst>
                                      </p:cBhvr>
                                      <p:to>
                                        <p:strVal val="visible"/>
                                      </p:to>
                                    </p:set>
                                    <p:animEffect transition="in" filter="fade">
                                      <p:cBhvr>
                                        <p:cTn id="37" dur="10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7"/>
          <p:cNvSpPr txBox="1"/>
          <p:nvPr/>
        </p:nvSpPr>
        <p:spPr>
          <a:xfrm>
            <a:off x="344575" y="1984725"/>
            <a:ext cx="5740200" cy="800400"/>
          </a:xfrm>
          <a:prstGeom prst="rect">
            <a:avLst/>
          </a:prstGeom>
          <a:noFill/>
          <a:ln>
            <a:noFill/>
          </a:ln>
        </p:spPr>
        <p:txBody>
          <a:bodyPr spcFirstLastPara="1" wrap="square" lIns="91425" tIns="91425" rIns="91425" bIns="91425" anchor="t" anchorCtr="0">
            <a:spAutoFit/>
          </a:bodyPr>
          <a:lstStyle/>
          <a:p>
            <a:pPr marL="0" marR="16510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latin typeface="Arial" panose="020B0604020202020204" pitchFamily="34" charset="0"/>
                <a:ea typeface="Courier New"/>
                <a:cs typeface="Arial" panose="020B0604020202020204" pitchFamily="34" charset="0"/>
                <a:sym typeface="Courier New"/>
              </a:rPr>
              <a:t>Sample </a:t>
            </a: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.gitignore</a:t>
            </a:r>
            <a:r>
              <a:rPr lang="en" sz="1000" b="0" i="0" u="none" strike="noStrike" cap="none" dirty="0">
                <a:solidFill>
                  <a:schemeClr val="dk1"/>
                </a:solidFill>
                <a:latin typeface="Arial" panose="020B0604020202020204" pitchFamily="34" charset="0"/>
                <a:ea typeface="Courier New"/>
                <a:cs typeface="Arial" panose="020B0604020202020204" pitchFamily="34" charset="0"/>
                <a:sym typeface="Courier New"/>
              </a:rPr>
              <a:t> file</a:t>
            </a:r>
            <a:endParaRPr sz="1000" b="0" i="0" u="none" strike="noStrike" cap="none" dirty="0">
              <a:solidFill>
                <a:schemeClr val="dk1"/>
              </a:solidFill>
              <a:latin typeface="Arial" panose="020B0604020202020204" pitchFamily="34" charset="0"/>
              <a:ea typeface="Courier New"/>
              <a:cs typeface="Arial" panose="020B0604020202020204" pitchFamily="34" charset="0"/>
              <a:sym typeface="Courier New"/>
            </a:endParaRPr>
          </a:p>
          <a:p>
            <a:pPr marL="0" marR="16510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ssh</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a:p>
            <a:pPr marL="0" marR="165100" lvl="0" indent="0" algn="l" rtl="0">
              <a:lnSpc>
                <a:spcPct val="100000"/>
              </a:lnSpc>
              <a:spcBef>
                <a:spcPts val="0"/>
              </a:spcBef>
              <a:spcAft>
                <a:spcPts val="0"/>
              </a:spcAft>
              <a:buClr>
                <a:srgbClr val="000000"/>
              </a:buClr>
              <a:buSzPts val="1000"/>
              <a:buFont typeface="Arial"/>
              <a:buNone/>
            </a:pPr>
            <a:r>
              <a:rPr lang="en"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rPr>
              <a:t>testing.py</a:t>
            </a:r>
            <a:endParaRPr sz="1000" b="0" i="0" u="none" strike="noStrike" cap="none" dirty="0">
              <a:solidFill>
                <a:schemeClr val="dk1"/>
              </a:solidFill>
              <a:highlight>
                <a:srgbClr val="CFD8DC"/>
              </a:highlight>
              <a:latin typeface="Arial" panose="020B0604020202020204" pitchFamily="34" charset="0"/>
              <a:ea typeface="Courier New"/>
              <a:cs typeface="Arial" panose="020B0604020202020204" pitchFamily="34" charset="0"/>
              <a:sym typeface="Courier New"/>
            </a:endParaRPr>
          </a:p>
        </p:txBody>
      </p:sp>
      <p:sp>
        <p:nvSpPr>
          <p:cNvPr id="322" name="Google Shape;322;p47"/>
          <p:cNvSpPr txBox="1"/>
          <p:nvPr/>
        </p:nvSpPr>
        <p:spPr>
          <a:xfrm>
            <a:off x="344575" y="1030350"/>
            <a:ext cx="8458800" cy="895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800"/>
              </a:spcAft>
              <a:buClr>
                <a:srgbClr val="000000"/>
              </a:buClr>
              <a:buSzPts val="1400"/>
              <a:buFont typeface="Arial"/>
              <a:buNone/>
            </a:pPr>
            <a:r>
              <a:rPr lang="en" sz="1400" b="0" i="0" u="none" strike="noStrike" cap="none" dirty="0">
                <a:solidFill>
                  <a:schemeClr val="dk1"/>
                </a:solidFill>
                <a:latin typeface="Arial"/>
                <a:ea typeface="Arial"/>
                <a:cs typeface="Arial"/>
                <a:sym typeface="Arial"/>
              </a:rPr>
              <a:t>A gitignore file specifies intentionally untracked files that Git should ignore. Files already tracked by Git are not affected;</a:t>
            </a:r>
            <a:br>
              <a:rPr lang="en" sz="1400" b="0" i="0" u="none" strike="noStrike" cap="none" dirty="0">
                <a:solidFill>
                  <a:schemeClr val="dk1"/>
                </a:solidFill>
                <a:latin typeface="Arial"/>
                <a:ea typeface="Arial"/>
                <a:cs typeface="Arial"/>
                <a:sym typeface="Arial"/>
              </a:rPr>
            </a:br>
            <a:r>
              <a:rPr lang="en" sz="1400" b="0" i="0" u="none" strike="noStrike" cap="none" dirty="0">
                <a:solidFill>
                  <a:schemeClr val="dk1"/>
                </a:solidFill>
                <a:latin typeface="Arial"/>
                <a:ea typeface="Arial"/>
                <a:cs typeface="Arial"/>
                <a:sym typeface="Arial"/>
              </a:rPr>
              <a:t>Each line refers to a file or folder to be ignored.</a:t>
            </a:r>
            <a:endParaRPr sz="1400" b="0" i="0" u="none" strike="noStrike" cap="none" dirty="0">
              <a:solidFill>
                <a:schemeClr val="dk1"/>
              </a:solidFill>
              <a:latin typeface="Arial"/>
              <a:ea typeface="Arial"/>
              <a:cs typeface="Arial"/>
              <a:sym typeface="Arial"/>
            </a:endParaRPr>
          </a:p>
        </p:txBody>
      </p:sp>
      <p:sp>
        <p:nvSpPr>
          <p:cNvPr id="323" name="Google Shape;323;p47"/>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chemeClr val="accent1"/>
                </a:solidFill>
                <a:latin typeface="Roboto Slab"/>
                <a:ea typeface="Roboto Slab"/>
                <a:cs typeface="Roboto Slab"/>
                <a:sym typeface="Roboto Slab"/>
              </a:rPr>
              <a:t>.gitignore</a:t>
            </a:r>
            <a:endParaRPr sz="2400" b="1" i="0" u="none" strike="noStrike" cap="none">
              <a:solidFill>
                <a:schemeClr val="accent1"/>
              </a:solidFill>
              <a:latin typeface="Roboto Slab"/>
              <a:ea typeface="Roboto Slab"/>
              <a:cs typeface="Roboto Slab"/>
              <a:sym typeface="Roboto Slab"/>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xEl>
                                              <p:pRg st="0" end="0"/>
                                            </p:txEl>
                                          </p:spTgt>
                                        </p:tgtEl>
                                        <p:attrNameLst>
                                          <p:attrName>style.visibility</p:attrName>
                                        </p:attrNameLst>
                                      </p:cBhvr>
                                      <p:to>
                                        <p:strVal val="visible"/>
                                      </p:to>
                                    </p:set>
                                    <p:animEffect transition="in" filter="fade">
                                      <p:cBhvr>
                                        <p:cTn id="7" dur="1000"/>
                                        <p:tgtEl>
                                          <p:spTgt spid="3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1">
                                            <p:txEl>
                                              <p:pRg st="0" end="0"/>
                                            </p:txEl>
                                          </p:spTgt>
                                        </p:tgtEl>
                                        <p:attrNameLst>
                                          <p:attrName>style.visibility</p:attrName>
                                        </p:attrNameLst>
                                      </p:cBhvr>
                                      <p:to>
                                        <p:strVal val="visible"/>
                                      </p:to>
                                    </p:set>
                                    <p:animEffect transition="in" filter="fade">
                                      <p:cBhvr>
                                        <p:cTn id="12" dur="1000"/>
                                        <p:tgtEl>
                                          <p:spTgt spid="3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1">
                                            <p:txEl>
                                              <p:pRg st="1" end="1"/>
                                            </p:txEl>
                                          </p:spTgt>
                                        </p:tgtEl>
                                        <p:attrNameLst>
                                          <p:attrName>style.visibility</p:attrName>
                                        </p:attrNameLst>
                                      </p:cBhvr>
                                      <p:to>
                                        <p:strVal val="visible"/>
                                      </p:to>
                                    </p:set>
                                    <p:animEffect transition="in" filter="fade">
                                      <p:cBhvr>
                                        <p:cTn id="17" dur="1000"/>
                                        <p:tgtEl>
                                          <p:spTgt spid="32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1">
                                            <p:txEl>
                                              <p:pRg st="2" end="2"/>
                                            </p:txEl>
                                          </p:spTgt>
                                        </p:tgtEl>
                                        <p:attrNameLst>
                                          <p:attrName>style.visibility</p:attrName>
                                        </p:attrNameLst>
                                      </p:cBhvr>
                                      <p:to>
                                        <p:strVal val="visible"/>
                                      </p:to>
                                    </p:set>
                                    <p:animEffect transition="in" filter="fade">
                                      <p:cBhvr>
                                        <p:cTn id="22" dur="1000"/>
                                        <p:tgtEl>
                                          <p:spTgt spid="32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1">
                                            <p:txEl>
                                              <p:pRg st="3" end="3"/>
                                            </p:txEl>
                                          </p:spTgt>
                                        </p:tgtEl>
                                        <p:attrNameLst>
                                          <p:attrName>style.visibility</p:attrName>
                                        </p:attrNameLst>
                                      </p:cBhvr>
                                      <p:to>
                                        <p:strVal val="visible"/>
                                      </p:to>
                                    </p:set>
                                    <p:animEffect transition="in" filter="fade">
                                      <p:cBhvr>
                                        <p:cTn id="27" dur="1000"/>
                                        <p:tgtEl>
                                          <p:spTgt spid="3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8"/>
          <p:cNvSpPr txBox="1"/>
          <p:nvPr/>
        </p:nvSpPr>
        <p:spPr>
          <a:xfrm>
            <a:off x="342600" y="2540900"/>
            <a:ext cx="8458800" cy="938100"/>
          </a:xfrm>
          <a:prstGeom prst="rect">
            <a:avLst/>
          </a:prstGeom>
          <a:noFill/>
          <a:ln>
            <a:noFill/>
          </a:ln>
        </p:spPr>
        <p:txBody>
          <a:bodyPr spcFirstLastPara="1" wrap="square" lIns="91425" tIns="91425" rIns="91425" bIns="91425" anchor="t" anchorCtr="0">
            <a:spAutoFit/>
          </a:bodyPr>
          <a:lstStyle/>
          <a:p>
            <a:pPr marL="457200" marR="0" lvl="0" indent="-298450" algn="l" rtl="0">
              <a:lnSpc>
                <a:spcPct val="115000"/>
              </a:lnSpc>
              <a:spcBef>
                <a:spcPts val="0"/>
              </a:spcBef>
              <a:spcAft>
                <a:spcPts val="0"/>
              </a:spcAft>
              <a:buClr>
                <a:schemeClr val="dk1"/>
              </a:buClr>
              <a:buSzPts val="1100"/>
              <a:buFont typeface="Arial"/>
              <a:buChar char="●"/>
            </a:pPr>
            <a:r>
              <a:rPr lang="en" sz="1100" b="0" i="0" u="none" strike="noStrike" cap="none" dirty="0">
                <a:solidFill>
                  <a:schemeClr val="dk1"/>
                </a:solidFill>
                <a:latin typeface="Arial"/>
                <a:ea typeface="Arial"/>
                <a:cs typeface="Arial"/>
                <a:sym typeface="Arial"/>
              </a:rPr>
              <a:t>Git branching model is similar to that of a Tree with branches. They are particularly useful when you want to add a new feature or fix a bug in your project.</a:t>
            </a:r>
            <a:endParaRPr sz="1100" b="0" i="0" u="none" strike="noStrike" cap="none" dirty="0">
              <a:solidFill>
                <a:schemeClr val="dk1"/>
              </a:solidFill>
              <a:latin typeface="Arial"/>
              <a:ea typeface="Arial"/>
              <a:cs typeface="Arial"/>
              <a:sym typeface="Arial"/>
            </a:endParaRPr>
          </a:p>
          <a:p>
            <a:pPr marL="457200" marR="0" lvl="0" indent="-298450" algn="l" rtl="0">
              <a:lnSpc>
                <a:spcPct val="115000"/>
              </a:lnSpc>
              <a:spcBef>
                <a:spcPts val="0"/>
              </a:spcBef>
              <a:spcAft>
                <a:spcPts val="0"/>
              </a:spcAft>
              <a:buClr>
                <a:schemeClr val="dk1"/>
              </a:buClr>
              <a:buSzPts val="1100"/>
              <a:buFont typeface="Arial"/>
              <a:buChar char="●"/>
            </a:pPr>
            <a:r>
              <a:rPr lang="en" sz="1100" b="0" i="0" u="none" strike="noStrike" cap="none" dirty="0">
                <a:solidFill>
                  <a:schemeClr val="dk1"/>
                </a:solidFill>
                <a:latin typeface="Arial"/>
                <a:ea typeface="Arial"/>
                <a:cs typeface="Arial"/>
                <a:sym typeface="Arial"/>
              </a:rPr>
              <a:t>Basically, you create a new branch to separately test something. When your work is done then simply merge it with your main branch (i.e. master). In case, you don’t like the new idea then you can easily discard the changes without affecting the project.</a:t>
            </a:r>
            <a:endParaRPr sz="1100" b="0" i="0" u="none" strike="noStrike" cap="none" dirty="0">
              <a:solidFill>
                <a:schemeClr val="dk1"/>
              </a:solidFill>
              <a:latin typeface="Arial"/>
              <a:ea typeface="Arial"/>
              <a:cs typeface="Arial"/>
              <a:sym typeface="Arial"/>
            </a:endParaRPr>
          </a:p>
        </p:txBody>
      </p:sp>
      <p:sp>
        <p:nvSpPr>
          <p:cNvPr id="329" name="Google Shape;329;p48"/>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dirty="0">
                <a:solidFill>
                  <a:schemeClr val="accent1"/>
                </a:solidFill>
                <a:latin typeface="Roboto Slab"/>
                <a:ea typeface="Roboto Slab"/>
                <a:cs typeface="Roboto Slab"/>
                <a:sym typeface="Roboto Slab"/>
              </a:rPr>
              <a:t>Branches</a:t>
            </a:r>
            <a:endParaRPr sz="2400" b="1" i="0" u="none" strike="noStrike" cap="none" dirty="0">
              <a:solidFill>
                <a:schemeClr val="accent1"/>
              </a:solidFill>
              <a:latin typeface="Roboto Slab"/>
              <a:ea typeface="Roboto Slab"/>
              <a:cs typeface="Roboto Slab"/>
              <a:sym typeface="Roboto Slab"/>
            </a:endParaRPr>
          </a:p>
        </p:txBody>
      </p:sp>
      <p:pic>
        <p:nvPicPr>
          <p:cNvPr id="330" name="Google Shape;330;p48"/>
          <p:cNvPicPr preferRelativeResize="0"/>
          <p:nvPr/>
        </p:nvPicPr>
        <p:blipFill rotWithShape="1">
          <a:blip r:embed="rId3">
            <a:alphaModFix/>
          </a:blip>
          <a:srcRect/>
          <a:stretch/>
        </p:blipFill>
        <p:spPr>
          <a:xfrm>
            <a:off x="2075825" y="1031725"/>
            <a:ext cx="4037826" cy="13959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8">
                                            <p:txEl>
                                              <p:pRg st="0" end="0"/>
                                            </p:txEl>
                                          </p:spTgt>
                                        </p:tgtEl>
                                        <p:attrNameLst>
                                          <p:attrName>style.visibility</p:attrName>
                                        </p:attrNameLst>
                                      </p:cBhvr>
                                      <p:to>
                                        <p:strVal val="visible"/>
                                      </p:to>
                                    </p:set>
                                    <p:animEffect transition="in" filter="fade">
                                      <p:cBhvr>
                                        <p:cTn id="7" dur="1000"/>
                                        <p:tgtEl>
                                          <p:spTgt spid="3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8">
                                            <p:txEl>
                                              <p:pRg st="1" end="1"/>
                                            </p:txEl>
                                          </p:spTgt>
                                        </p:tgtEl>
                                        <p:attrNameLst>
                                          <p:attrName>style.visibility</p:attrName>
                                        </p:attrNameLst>
                                      </p:cBhvr>
                                      <p:to>
                                        <p:strVal val="visible"/>
                                      </p:to>
                                    </p:set>
                                    <p:animEffect transition="in" filter="fade">
                                      <p:cBhvr>
                                        <p:cTn id="12" dur="1000"/>
                                        <p:tgtEl>
                                          <p:spTgt spid="3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9"/>
          <p:cNvSpPr txBox="1"/>
          <p:nvPr/>
        </p:nvSpPr>
        <p:spPr>
          <a:xfrm>
            <a:off x="774675" y="2499750"/>
            <a:ext cx="7208400" cy="2055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chemeClr val="dk1"/>
                </a:solidFill>
                <a:latin typeface="Arial"/>
                <a:ea typeface="Arial"/>
                <a:cs typeface="Arial"/>
                <a:sym typeface="Arial"/>
              </a:rPr>
              <a:t>How to Create a Branch in Git</a:t>
            </a:r>
            <a:br>
              <a:rPr lang="en" sz="1000" b="1" i="0" u="none" strike="noStrike" cap="none" dirty="0">
                <a:solidFill>
                  <a:schemeClr val="dk1"/>
                </a:solidFill>
                <a:latin typeface="Arial"/>
                <a:ea typeface="Arial"/>
                <a:cs typeface="Arial"/>
                <a:sym typeface="Arial"/>
              </a:rPr>
            </a:br>
            <a:endParaRPr sz="1000" b="1" i="0" u="none" strike="noStrike" cap="none" dirty="0">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rgbClr val="212234"/>
                </a:solidFill>
                <a:highlight>
                  <a:srgbClr val="FFFFFF"/>
                </a:highlight>
                <a:latin typeface="Arial"/>
                <a:ea typeface="Arial"/>
                <a:cs typeface="Arial"/>
                <a:sym typeface="Arial"/>
              </a:rPr>
              <a:t>Option 1: Creating a Branch</a:t>
            </a:r>
            <a:endParaRPr sz="1100" b="1"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dirty="0">
                <a:solidFill>
                  <a:srgbClr val="212234"/>
                </a:solidFill>
                <a:highlight>
                  <a:srgbClr val="FFFFFF"/>
                </a:highlight>
                <a:latin typeface="Arial"/>
                <a:ea typeface="Arial"/>
                <a:cs typeface="Arial"/>
                <a:sym typeface="Arial"/>
              </a:rPr>
              <a:t>creating a branch this way does not automatically switch to the new branch.</a:t>
            </a:r>
            <a:endParaRPr sz="1100" b="0"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 sz="1000" b="0" i="0" u="none" strike="noStrike" cap="none" dirty="0">
                <a:solidFill>
                  <a:srgbClr val="212234"/>
                </a:solidFill>
                <a:highlight>
                  <a:srgbClr val="CFD8DC"/>
                </a:highlight>
                <a:latin typeface="Roboto Mono"/>
                <a:ea typeface="Roboto Mono"/>
                <a:cs typeface="Roboto Mono"/>
                <a:sym typeface="Roboto Mono"/>
              </a:rPr>
              <a:t>git branch &lt;branch name&gt;</a:t>
            </a:r>
            <a:endParaRPr sz="10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000"/>
              <a:buFont typeface="Arial"/>
              <a:buNone/>
            </a:pPr>
            <a:r>
              <a:rPr lang="en" sz="1000" b="0" i="0" u="none" strike="noStrike" cap="none" dirty="0">
                <a:solidFill>
                  <a:srgbClr val="212234"/>
                </a:solidFill>
                <a:highlight>
                  <a:srgbClr val="CFD8DC"/>
                </a:highlight>
                <a:latin typeface="Roboto Mono"/>
                <a:ea typeface="Roboto Mono"/>
                <a:cs typeface="Roboto Mono"/>
                <a:sym typeface="Roboto Mono"/>
              </a:rPr>
              <a:t>git branch</a:t>
            </a:r>
            <a:br>
              <a:rPr lang="en" sz="1000" b="0" i="0" u="none" strike="noStrike" cap="none" dirty="0">
                <a:solidFill>
                  <a:srgbClr val="212234"/>
                </a:solidFill>
                <a:highlight>
                  <a:srgbClr val="CFD8DC"/>
                </a:highlight>
                <a:latin typeface="Roboto Mono"/>
                <a:ea typeface="Roboto Mono"/>
                <a:cs typeface="Roboto Mono"/>
                <a:sym typeface="Roboto Mono"/>
              </a:rPr>
            </a:br>
            <a:r>
              <a:rPr lang="en" sz="1100" b="1" i="0" u="none" strike="noStrike" cap="none" dirty="0">
                <a:solidFill>
                  <a:srgbClr val="212234"/>
                </a:solidFill>
                <a:highlight>
                  <a:srgbClr val="FFFFFF"/>
                </a:highlight>
                <a:latin typeface="Arial"/>
                <a:ea typeface="Arial"/>
                <a:cs typeface="Arial"/>
                <a:sym typeface="Arial"/>
              </a:rPr>
              <a:t>Option 2: Creating a Branch using Checkout</a:t>
            </a:r>
            <a:endParaRPr sz="1100" b="1"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dirty="0">
                <a:solidFill>
                  <a:srgbClr val="212234"/>
                </a:solidFill>
                <a:highlight>
                  <a:srgbClr val="FFFFFF"/>
                </a:highlight>
                <a:latin typeface="Arial"/>
                <a:ea typeface="Arial"/>
                <a:cs typeface="Arial"/>
                <a:sym typeface="Arial"/>
              </a:rPr>
              <a:t>If you want to create a branch and checkout the branch simultaneously.</a:t>
            </a:r>
            <a:endParaRPr sz="1200" b="0"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 sz="1000" b="0" i="0" u="none" strike="noStrike" cap="none" dirty="0">
                <a:solidFill>
                  <a:srgbClr val="212234"/>
                </a:solidFill>
                <a:highlight>
                  <a:srgbClr val="CFD8DC"/>
                </a:highlight>
                <a:latin typeface="Roboto Mono"/>
                <a:ea typeface="Roboto Mono"/>
                <a:cs typeface="Roboto Mono"/>
                <a:sym typeface="Roboto Mono"/>
              </a:rPr>
              <a:t>git checkout -b &lt;branch name&gt;</a:t>
            </a:r>
            <a:endParaRPr sz="10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000"/>
              <a:buFont typeface="Arial"/>
              <a:buNone/>
            </a:pPr>
            <a:r>
              <a:rPr lang="en" sz="1000" b="0" i="0" u="none" strike="noStrike" cap="none" dirty="0">
                <a:solidFill>
                  <a:srgbClr val="212234"/>
                </a:solidFill>
                <a:highlight>
                  <a:srgbClr val="CFD8DC"/>
                </a:highlight>
                <a:latin typeface="Roboto Mono"/>
                <a:ea typeface="Roboto Mono"/>
                <a:cs typeface="Roboto Mono"/>
                <a:sym typeface="Roboto Mono"/>
              </a:rPr>
              <a:t>git branch</a:t>
            </a:r>
            <a:endParaRPr sz="1000" b="0" i="0" u="none" strike="noStrike" cap="none" dirty="0">
              <a:solidFill>
                <a:srgbClr val="212234"/>
              </a:solidFill>
              <a:highlight>
                <a:srgbClr val="CFD8DC"/>
              </a:highlight>
              <a:latin typeface="Roboto Mono"/>
              <a:ea typeface="Roboto Mono"/>
              <a:cs typeface="Roboto Mono"/>
              <a:sym typeface="Roboto Mono"/>
            </a:endParaRPr>
          </a:p>
        </p:txBody>
      </p:sp>
      <p:sp>
        <p:nvSpPr>
          <p:cNvPr id="336" name="Google Shape;336;p49"/>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chemeClr val="accent1"/>
                </a:solidFill>
                <a:latin typeface="Roboto Slab"/>
                <a:ea typeface="Roboto Slab"/>
                <a:cs typeface="Roboto Slab"/>
                <a:sym typeface="Roboto Slab"/>
              </a:rPr>
              <a:t>Branches</a:t>
            </a:r>
            <a:endParaRPr sz="2400" b="1" i="0" u="none" strike="noStrike" cap="none">
              <a:solidFill>
                <a:schemeClr val="accent1"/>
              </a:solidFill>
              <a:latin typeface="Roboto Slab"/>
              <a:ea typeface="Roboto Slab"/>
              <a:cs typeface="Roboto Slab"/>
              <a:sym typeface="Roboto Slab"/>
            </a:endParaRPr>
          </a:p>
        </p:txBody>
      </p:sp>
      <p:sp>
        <p:nvSpPr>
          <p:cNvPr id="337" name="Google Shape;337;p49"/>
          <p:cNvSpPr txBox="1"/>
          <p:nvPr/>
        </p:nvSpPr>
        <p:spPr>
          <a:xfrm>
            <a:off x="774675" y="975750"/>
            <a:ext cx="7208400" cy="1539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chemeClr val="dk1"/>
                </a:solidFill>
                <a:latin typeface="Arial"/>
                <a:ea typeface="Arial"/>
                <a:cs typeface="Arial"/>
                <a:sym typeface="Arial"/>
              </a:rPr>
              <a:t>Branch Naming Strategies</a:t>
            </a:r>
            <a:br>
              <a:rPr lang="en" sz="1000" b="1" i="0" u="none" strike="noStrike" cap="none" dirty="0">
                <a:solidFill>
                  <a:schemeClr val="dk1"/>
                </a:solidFill>
                <a:latin typeface="Arial"/>
                <a:ea typeface="Arial"/>
                <a:cs typeface="Arial"/>
                <a:sym typeface="Arial"/>
              </a:rPr>
            </a:br>
            <a:r>
              <a:rPr lang="en" sz="1100" b="0" i="0" u="none" strike="noStrike" cap="none" dirty="0">
                <a:solidFill>
                  <a:srgbClr val="212234"/>
                </a:solidFill>
                <a:highlight>
                  <a:srgbClr val="FFFFFF"/>
                </a:highlight>
                <a:latin typeface="Arial"/>
                <a:ea typeface="Arial"/>
                <a:cs typeface="Arial"/>
                <a:sym typeface="Arial"/>
              </a:rPr>
              <a:t>username/description</a:t>
            </a:r>
            <a:endParaRPr sz="1100" b="0" i="0" u="none" strike="noStrike" cap="none" dirty="0">
              <a:solidFill>
                <a:srgbClr val="212234"/>
              </a:solidFill>
              <a:highlight>
                <a:srgbClr val="FFFFFF"/>
              </a:highlight>
              <a:latin typeface="Arial"/>
              <a:ea typeface="Arial"/>
              <a:cs typeface="Arial"/>
              <a:sym typeface="Arial"/>
            </a:endParaRPr>
          </a:p>
          <a:p>
            <a:pPr marL="457200" marR="0" lvl="0" indent="-298450" algn="l" rtl="0">
              <a:lnSpc>
                <a:spcPct val="115000"/>
              </a:lnSpc>
              <a:spcBef>
                <a:spcPts val="0"/>
              </a:spcBef>
              <a:spcAft>
                <a:spcPts val="0"/>
              </a:spcAft>
              <a:buClr>
                <a:srgbClr val="212234"/>
              </a:buClr>
              <a:buSzPts val="1100"/>
              <a:buFont typeface="Arial"/>
              <a:buChar char="●"/>
            </a:pPr>
            <a:r>
              <a:rPr lang="en" sz="1100" b="0" i="0" u="none" strike="noStrike" cap="none" dirty="0">
                <a:solidFill>
                  <a:srgbClr val="212234"/>
                </a:solidFill>
                <a:highlight>
                  <a:srgbClr val="FFFFFF"/>
                </a:highlight>
                <a:latin typeface="Arial"/>
                <a:ea typeface="Arial"/>
                <a:cs typeface="Arial"/>
                <a:sym typeface="Arial"/>
              </a:rPr>
              <a:t>username/workitem</a:t>
            </a:r>
            <a:endParaRPr sz="1100" b="0"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dirty="0">
                <a:solidFill>
                  <a:srgbClr val="212234"/>
                </a:solidFill>
                <a:highlight>
                  <a:srgbClr val="FFFFFF"/>
                </a:highlight>
                <a:latin typeface="Arial"/>
                <a:ea typeface="Arial"/>
                <a:cs typeface="Arial"/>
                <a:sym typeface="Arial"/>
              </a:rPr>
              <a:t>You can name a branch to indicate the branch’s function, like a feature, bug fix, or hotfix:</a:t>
            </a:r>
            <a:endParaRPr sz="1100" b="0" i="0" u="none" strike="noStrike" cap="none" dirty="0">
              <a:solidFill>
                <a:srgbClr val="212234"/>
              </a:solidFill>
              <a:highlight>
                <a:srgbClr val="FFFFFF"/>
              </a:highlight>
              <a:latin typeface="Arial"/>
              <a:ea typeface="Arial"/>
              <a:cs typeface="Arial"/>
              <a:sym typeface="Arial"/>
            </a:endParaRPr>
          </a:p>
          <a:p>
            <a:pPr marL="457200" marR="0" lvl="0" indent="-298450" algn="l" rtl="0">
              <a:lnSpc>
                <a:spcPct val="115000"/>
              </a:lnSpc>
              <a:spcBef>
                <a:spcPts val="0"/>
              </a:spcBef>
              <a:spcAft>
                <a:spcPts val="0"/>
              </a:spcAft>
              <a:buClr>
                <a:srgbClr val="212234"/>
              </a:buClr>
              <a:buSzPts val="1100"/>
              <a:buFont typeface="Arial"/>
              <a:buChar char="●"/>
            </a:pPr>
            <a:r>
              <a:rPr lang="en" sz="1100" b="0" i="0" u="none" strike="noStrike" cap="none" dirty="0">
                <a:solidFill>
                  <a:srgbClr val="212234"/>
                </a:solidFill>
                <a:highlight>
                  <a:srgbClr val="FFFFFF"/>
                </a:highlight>
                <a:latin typeface="Arial"/>
                <a:ea typeface="Arial"/>
                <a:cs typeface="Arial"/>
                <a:sym typeface="Arial"/>
              </a:rPr>
              <a:t>bugfix/description</a:t>
            </a:r>
            <a:endParaRPr sz="1100" b="0" i="0" u="none" strike="noStrike" cap="none" dirty="0">
              <a:solidFill>
                <a:srgbClr val="212234"/>
              </a:solidFill>
              <a:highlight>
                <a:srgbClr val="FFFFFF"/>
              </a:highlight>
              <a:latin typeface="Arial"/>
              <a:ea typeface="Arial"/>
              <a:cs typeface="Arial"/>
              <a:sym typeface="Arial"/>
            </a:endParaRPr>
          </a:p>
          <a:p>
            <a:pPr marL="457200" marR="0" lvl="0" indent="-298450" algn="l" rtl="0">
              <a:lnSpc>
                <a:spcPct val="115000"/>
              </a:lnSpc>
              <a:spcBef>
                <a:spcPts val="0"/>
              </a:spcBef>
              <a:spcAft>
                <a:spcPts val="0"/>
              </a:spcAft>
              <a:buClr>
                <a:srgbClr val="212234"/>
              </a:buClr>
              <a:buSzPts val="1100"/>
              <a:buFont typeface="Arial"/>
              <a:buChar char="●"/>
            </a:pPr>
            <a:r>
              <a:rPr lang="en" sz="1100" b="0" i="0" u="none" strike="noStrike" cap="none" dirty="0">
                <a:solidFill>
                  <a:srgbClr val="212234"/>
                </a:solidFill>
                <a:highlight>
                  <a:srgbClr val="FFFFFF"/>
                </a:highlight>
                <a:latin typeface="Arial"/>
                <a:ea typeface="Arial"/>
                <a:cs typeface="Arial"/>
                <a:sym typeface="Arial"/>
              </a:rPr>
              <a:t>feature/feature-name</a:t>
            </a:r>
            <a:endParaRPr sz="1100" b="0" i="0" u="none" strike="noStrike" cap="none" dirty="0">
              <a:solidFill>
                <a:srgbClr val="212234"/>
              </a:solidFill>
              <a:highlight>
                <a:srgbClr val="FFFFFF"/>
              </a:highlight>
              <a:latin typeface="Arial"/>
              <a:ea typeface="Arial"/>
              <a:cs typeface="Arial"/>
              <a:sym typeface="Arial"/>
            </a:endParaRPr>
          </a:p>
          <a:p>
            <a:pPr marL="457200" marR="0" lvl="0" indent="-298450" algn="l" rtl="0">
              <a:lnSpc>
                <a:spcPct val="115000"/>
              </a:lnSpc>
              <a:spcBef>
                <a:spcPts val="0"/>
              </a:spcBef>
              <a:spcAft>
                <a:spcPts val="0"/>
              </a:spcAft>
              <a:buClr>
                <a:srgbClr val="212234"/>
              </a:buClr>
              <a:buSzPts val="1100"/>
              <a:buFont typeface="Arial"/>
              <a:buChar char="●"/>
            </a:pPr>
            <a:r>
              <a:rPr lang="en" sz="1100" b="0" i="0" u="none" strike="noStrike" cap="none" dirty="0">
                <a:solidFill>
                  <a:srgbClr val="212234"/>
                </a:solidFill>
                <a:highlight>
                  <a:srgbClr val="FFFFFF"/>
                </a:highlight>
                <a:latin typeface="Arial"/>
                <a:ea typeface="Arial"/>
                <a:cs typeface="Arial"/>
                <a:sym typeface="Arial"/>
              </a:rPr>
              <a:t>hotfix/description</a:t>
            </a:r>
            <a:endParaRPr sz="1000" b="1" i="0" u="none" strike="noStrike" cap="none" dirty="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0"/>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chemeClr val="accent1"/>
                </a:solidFill>
                <a:latin typeface="Roboto Slab"/>
                <a:ea typeface="Roboto Slab"/>
                <a:cs typeface="Roboto Slab"/>
                <a:sym typeface="Roboto Slab"/>
              </a:rPr>
              <a:t>Branches</a:t>
            </a:r>
            <a:endParaRPr sz="2400" b="1" i="0" u="none" strike="noStrike" cap="none">
              <a:solidFill>
                <a:schemeClr val="accent1"/>
              </a:solidFill>
              <a:latin typeface="Roboto Slab"/>
              <a:ea typeface="Roboto Slab"/>
              <a:cs typeface="Roboto Slab"/>
              <a:sym typeface="Roboto Slab"/>
            </a:endParaRPr>
          </a:p>
        </p:txBody>
      </p:sp>
      <p:sp>
        <p:nvSpPr>
          <p:cNvPr id="343" name="Google Shape;343;p50"/>
          <p:cNvSpPr txBox="1"/>
          <p:nvPr/>
        </p:nvSpPr>
        <p:spPr>
          <a:xfrm>
            <a:off x="774675" y="975750"/>
            <a:ext cx="7208400" cy="3861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 sz="1300" b="1" i="0" u="none" strike="noStrike" cap="none" dirty="0">
                <a:solidFill>
                  <a:schemeClr val="dk1"/>
                </a:solidFill>
                <a:latin typeface="Arial"/>
                <a:ea typeface="Arial"/>
                <a:cs typeface="Arial"/>
                <a:sym typeface="Arial"/>
              </a:rPr>
              <a:t>How to Create a Branch in Git</a:t>
            </a:r>
            <a:br>
              <a:rPr lang="en" sz="1000" b="1" i="0" u="none" strike="noStrike" cap="none" dirty="0">
                <a:solidFill>
                  <a:schemeClr val="dk1"/>
                </a:solidFill>
                <a:latin typeface="Arial"/>
                <a:ea typeface="Arial"/>
                <a:cs typeface="Arial"/>
                <a:sym typeface="Arial"/>
              </a:rPr>
            </a:br>
            <a:endParaRPr sz="1000" b="1" i="0" u="none" strike="noStrike" cap="none" dirty="0">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000"/>
              <a:buFont typeface="Arial"/>
              <a:buNone/>
            </a:pPr>
            <a:r>
              <a:rPr lang="en" sz="1000" b="1" i="0" u="none" strike="noStrike" cap="none" dirty="0">
                <a:solidFill>
                  <a:srgbClr val="212234"/>
                </a:solidFill>
                <a:highlight>
                  <a:srgbClr val="FFFFFF"/>
                </a:highlight>
                <a:latin typeface="Arial"/>
                <a:ea typeface="Arial"/>
                <a:cs typeface="Arial"/>
                <a:sym typeface="Arial"/>
              </a:rPr>
              <a:t>Option 1: Creating a Branch</a:t>
            </a:r>
            <a:endParaRPr sz="1000" b="1"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100"/>
              <a:buFont typeface="Arial"/>
              <a:buNone/>
            </a:pPr>
            <a:r>
              <a:rPr lang="en" sz="1100" b="0" i="0" u="none" strike="noStrike" cap="none" dirty="0">
                <a:solidFill>
                  <a:srgbClr val="212234"/>
                </a:solidFill>
                <a:highlight>
                  <a:srgbClr val="FFFFFF"/>
                </a:highlight>
                <a:latin typeface="Arial"/>
                <a:ea typeface="Arial"/>
                <a:cs typeface="Arial"/>
                <a:sym typeface="Arial"/>
              </a:rPr>
              <a:t>creating a branch this way does not automatically switch to the new branch.</a:t>
            </a:r>
            <a:endParaRPr sz="1000" b="0"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212234"/>
                </a:solidFill>
                <a:highlight>
                  <a:srgbClr val="CFD8DC"/>
                </a:highlight>
                <a:latin typeface="Roboto Mono"/>
                <a:ea typeface="Roboto Mono"/>
                <a:cs typeface="Roboto Mono"/>
                <a:sym typeface="Roboto Mono"/>
              </a:rPr>
              <a:t>git branch &lt;branch name&gt;</a:t>
            </a: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212234"/>
                </a:solidFill>
                <a:highlight>
                  <a:srgbClr val="CFD8DC"/>
                </a:highlight>
                <a:latin typeface="Roboto Mono"/>
                <a:ea typeface="Roboto Mono"/>
                <a:cs typeface="Roboto Mono"/>
                <a:sym typeface="Roboto Mono"/>
              </a:rPr>
              <a:t>git branch</a:t>
            </a:r>
            <a:br>
              <a:rPr lang="en" sz="900" b="0" i="0" u="none" strike="noStrike" cap="none" dirty="0">
                <a:solidFill>
                  <a:srgbClr val="212234"/>
                </a:solidFill>
                <a:highlight>
                  <a:srgbClr val="CFD8DC"/>
                </a:highlight>
                <a:latin typeface="Roboto Mono"/>
                <a:ea typeface="Roboto Mono"/>
                <a:cs typeface="Roboto Mono"/>
                <a:sym typeface="Roboto Mono"/>
              </a:rPr>
            </a:b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000"/>
              <a:buFont typeface="Arial"/>
              <a:buNone/>
            </a:pPr>
            <a:r>
              <a:rPr lang="en" sz="1000" b="1" i="0" u="none" strike="noStrike" cap="none" dirty="0">
                <a:solidFill>
                  <a:srgbClr val="212234"/>
                </a:solidFill>
                <a:highlight>
                  <a:srgbClr val="FFFFFF"/>
                </a:highlight>
                <a:latin typeface="Arial"/>
                <a:ea typeface="Arial"/>
                <a:cs typeface="Arial"/>
                <a:sym typeface="Arial"/>
              </a:rPr>
              <a:t>Option 2: Creating a Branch using Checkout</a:t>
            </a:r>
            <a:endParaRPr sz="1000" b="1"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100"/>
              <a:buFont typeface="Arial"/>
              <a:buNone/>
            </a:pPr>
            <a:r>
              <a:rPr lang="en" sz="1100" b="0" i="0" u="none" strike="noStrike" cap="none" dirty="0">
                <a:solidFill>
                  <a:srgbClr val="212234"/>
                </a:solidFill>
                <a:highlight>
                  <a:srgbClr val="FFFFFF"/>
                </a:highlight>
                <a:latin typeface="Arial"/>
                <a:ea typeface="Arial"/>
                <a:cs typeface="Arial"/>
                <a:sym typeface="Arial"/>
              </a:rPr>
              <a:t>If you want to create a branch and checkout the branch simultaneously.</a:t>
            </a:r>
            <a:endParaRPr sz="1100" b="0"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212234"/>
                </a:solidFill>
                <a:highlight>
                  <a:srgbClr val="CFD8DC"/>
                </a:highlight>
                <a:latin typeface="Roboto Mono"/>
                <a:ea typeface="Roboto Mono"/>
                <a:cs typeface="Roboto Mono"/>
                <a:sym typeface="Roboto Mono"/>
              </a:rPr>
              <a:t>git checkout -b &lt;branch name&gt;</a:t>
            </a: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212234"/>
                </a:solidFill>
                <a:highlight>
                  <a:srgbClr val="CFD8DC"/>
                </a:highlight>
                <a:latin typeface="Roboto Mono"/>
                <a:ea typeface="Roboto Mono"/>
                <a:cs typeface="Roboto Mono"/>
                <a:sym typeface="Roboto Mono"/>
              </a:rPr>
              <a:t>git branch</a:t>
            </a:r>
            <a:br>
              <a:rPr lang="en" sz="900" b="0" i="0" u="none" strike="noStrike" cap="none" dirty="0">
                <a:solidFill>
                  <a:srgbClr val="212234"/>
                </a:solidFill>
                <a:highlight>
                  <a:srgbClr val="CFD8DC"/>
                </a:highlight>
                <a:latin typeface="Roboto Mono"/>
                <a:ea typeface="Roboto Mono"/>
                <a:cs typeface="Roboto Mono"/>
                <a:sym typeface="Roboto Mono"/>
              </a:rPr>
            </a:b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000"/>
              <a:buFont typeface="Arial"/>
              <a:buNone/>
            </a:pPr>
            <a:r>
              <a:rPr lang="en" sz="1000" b="1" i="0" u="none" strike="noStrike" cap="none" dirty="0">
                <a:solidFill>
                  <a:srgbClr val="212234"/>
                </a:solidFill>
                <a:highlight>
                  <a:srgbClr val="FFFFFF"/>
                </a:highlight>
                <a:latin typeface="Arial"/>
                <a:ea typeface="Arial"/>
                <a:cs typeface="Arial"/>
                <a:sym typeface="Arial"/>
              </a:rPr>
              <a:t>Option 3: Creating a Branch from a Commit</a:t>
            </a:r>
            <a:endParaRPr sz="1000" b="1"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100"/>
              <a:buFont typeface="Arial"/>
              <a:buNone/>
            </a:pPr>
            <a:r>
              <a:rPr lang="en" sz="1100" b="0" i="0" u="none" strike="noStrike" cap="none" dirty="0">
                <a:solidFill>
                  <a:srgbClr val="212234"/>
                </a:solidFill>
                <a:highlight>
                  <a:srgbClr val="FFFFFF"/>
                </a:highlight>
                <a:latin typeface="Arial"/>
                <a:ea typeface="Arial"/>
                <a:cs typeface="Arial"/>
                <a:sym typeface="Arial"/>
              </a:rPr>
              <a:t>You can create a branch from a previous commit on an existing branch. Before creating the branch, you need the SHA-1 identifier of the commit.</a:t>
            </a:r>
            <a:endParaRPr sz="1100" b="0" i="0" u="none" strike="noStrike" cap="none" dirty="0">
              <a:solidFill>
                <a:srgbClr val="212234"/>
              </a:solidFill>
              <a:highlight>
                <a:srgbClr val="FFFFFF"/>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212234"/>
                </a:solidFill>
                <a:highlight>
                  <a:srgbClr val="CFD8DC"/>
                </a:highlight>
                <a:latin typeface="Roboto Mono"/>
                <a:ea typeface="Roboto Mono"/>
                <a:cs typeface="Roboto Mono"/>
                <a:sym typeface="Roboto Mono"/>
              </a:rPr>
              <a:t>git log</a:t>
            </a: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212234"/>
                </a:solidFill>
                <a:highlight>
                  <a:srgbClr val="CFD8DC"/>
                </a:highlight>
                <a:latin typeface="Roboto Mono"/>
                <a:ea typeface="Roboto Mono"/>
                <a:cs typeface="Roboto Mono"/>
                <a:sym typeface="Roboto Mono"/>
              </a:rPr>
              <a:t>git branch &lt;branch name&gt; &lt;identifier&gt;</a:t>
            </a: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900"/>
              <a:buFont typeface="Arial"/>
              <a:buNone/>
            </a:pP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000"/>
              <a:buFont typeface="Arial"/>
              <a:buNone/>
            </a:pPr>
            <a:r>
              <a:rPr lang="en" sz="1000" b="1" i="0" u="none" strike="noStrike" cap="none" dirty="0">
                <a:solidFill>
                  <a:srgbClr val="212234"/>
                </a:solidFill>
                <a:highlight>
                  <a:srgbClr val="FFFFFF"/>
                </a:highlight>
                <a:latin typeface="Arial"/>
                <a:ea typeface="Arial"/>
                <a:cs typeface="Arial"/>
                <a:sym typeface="Arial"/>
              </a:rPr>
              <a:t>Option 4: From another Branch</a:t>
            </a:r>
            <a:br>
              <a:rPr lang="en" sz="1000" b="1" i="0" u="none" strike="noStrike" cap="none" dirty="0">
                <a:solidFill>
                  <a:srgbClr val="212234"/>
                </a:solidFill>
                <a:highlight>
                  <a:srgbClr val="FFFFFF"/>
                </a:highlight>
                <a:latin typeface="Arial"/>
                <a:ea typeface="Arial"/>
                <a:cs typeface="Arial"/>
                <a:sym typeface="Arial"/>
              </a:rPr>
            </a:br>
            <a:r>
              <a:rPr lang="en" sz="1100" b="0" i="0" u="none" strike="noStrike" cap="none" dirty="0">
                <a:solidFill>
                  <a:srgbClr val="212234"/>
                </a:solidFill>
                <a:highlight>
                  <a:srgbClr val="FFFFFF"/>
                </a:highlight>
                <a:latin typeface="Arial"/>
                <a:ea typeface="Arial"/>
                <a:cs typeface="Arial"/>
                <a:sym typeface="Arial"/>
              </a:rPr>
              <a:t>This example shows creating the</a:t>
            </a:r>
            <a:r>
              <a:rPr lang="en" sz="1100" b="0" i="1" u="none" strike="noStrike" cap="none" dirty="0">
                <a:solidFill>
                  <a:srgbClr val="212234"/>
                </a:solidFill>
                <a:highlight>
                  <a:srgbClr val="FFFFFF"/>
                </a:highlight>
                <a:latin typeface="Arial"/>
                <a:ea typeface="Arial"/>
                <a:cs typeface="Arial"/>
                <a:sym typeface="Arial"/>
              </a:rPr>
              <a:t> feature4</a:t>
            </a:r>
            <a:r>
              <a:rPr lang="en" sz="1100" b="0" i="0" u="none" strike="noStrike" cap="none" dirty="0">
                <a:solidFill>
                  <a:srgbClr val="212234"/>
                </a:solidFill>
                <a:highlight>
                  <a:srgbClr val="FFFFFF"/>
                </a:highlight>
                <a:latin typeface="Arial"/>
                <a:ea typeface="Arial"/>
                <a:cs typeface="Arial"/>
                <a:sym typeface="Arial"/>
              </a:rPr>
              <a:t> branch from the develop branch.</a:t>
            </a:r>
            <a:br>
              <a:rPr lang="en" sz="1100" b="0" i="0" u="none" strike="noStrike" cap="none" dirty="0">
                <a:solidFill>
                  <a:srgbClr val="212234"/>
                </a:solidFill>
                <a:highlight>
                  <a:srgbClr val="FFFFFF"/>
                </a:highlight>
                <a:latin typeface="Arial"/>
                <a:ea typeface="Arial"/>
                <a:cs typeface="Arial"/>
                <a:sym typeface="Arial"/>
              </a:rPr>
            </a:br>
            <a:r>
              <a:rPr lang="en" sz="1000" b="0" i="0" u="none" strike="noStrike" cap="none" dirty="0">
                <a:solidFill>
                  <a:srgbClr val="212234"/>
                </a:solidFill>
                <a:highlight>
                  <a:srgbClr val="CFD8DC"/>
                </a:highlight>
                <a:latin typeface="Roboto Mono"/>
                <a:ea typeface="Roboto Mono"/>
                <a:cs typeface="Roboto Mono"/>
                <a:sym typeface="Roboto Mono"/>
              </a:rPr>
              <a:t>git checkout -b feature4 develop</a:t>
            </a:r>
            <a:endParaRPr sz="1000" b="1" i="0" u="none" strike="noStrike" cap="none" dirty="0">
              <a:solidFill>
                <a:srgbClr val="212234"/>
              </a:solidFill>
              <a:highlight>
                <a:srgbClr val="FFFFFF"/>
              </a:highlight>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1"/>
          <p:cNvSpPr txBox="1"/>
          <p:nvPr/>
        </p:nvSpPr>
        <p:spPr>
          <a:xfrm>
            <a:off x="774675" y="975750"/>
            <a:ext cx="72084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300"/>
              <a:buFont typeface="Arial"/>
              <a:buNone/>
            </a:pPr>
            <a:r>
              <a:rPr lang="en" sz="1300" b="1" i="0" u="none" strike="noStrike" cap="none" dirty="0">
                <a:solidFill>
                  <a:schemeClr val="dk1"/>
                </a:solidFill>
                <a:latin typeface="Arial"/>
                <a:ea typeface="Arial"/>
                <a:cs typeface="Arial"/>
                <a:sym typeface="Arial"/>
              </a:rPr>
              <a:t>Merge Branches</a:t>
            </a:r>
            <a:br>
              <a:rPr lang="en" sz="1000" b="1" i="0" u="none" strike="noStrike" cap="none" dirty="0">
                <a:solidFill>
                  <a:schemeClr val="dk1"/>
                </a:solidFill>
                <a:latin typeface="Arial"/>
                <a:ea typeface="Arial"/>
                <a:cs typeface="Arial"/>
                <a:sym typeface="Arial"/>
              </a:rPr>
            </a:br>
            <a:endParaRPr sz="1000" b="1" i="0" u="none" strike="noStrike" cap="none" dirty="0">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212234"/>
                </a:solidFill>
                <a:highlight>
                  <a:srgbClr val="CFD8DC"/>
                </a:highlight>
                <a:latin typeface="Roboto Mono"/>
                <a:ea typeface="Roboto Mono"/>
                <a:cs typeface="Roboto Mono"/>
                <a:sym typeface="Roboto Mono"/>
              </a:rPr>
              <a:t>git checkout main</a:t>
            </a: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900"/>
              <a:buFont typeface="Arial"/>
              <a:buNone/>
            </a:pPr>
            <a:endParaRPr sz="900" b="0" i="0" u="none" strike="noStrike" cap="none" dirty="0">
              <a:solidFill>
                <a:srgbClr val="212234"/>
              </a:solidFill>
              <a:highlight>
                <a:srgbClr val="CFD8DC"/>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900"/>
              <a:buFont typeface="Arial"/>
              <a:buNone/>
            </a:pPr>
            <a:r>
              <a:rPr lang="en" sz="900" b="0" i="0" u="none" strike="noStrike" cap="none" dirty="0">
                <a:solidFill>
                  <a:srgbClr val="212234"/>
                </a:solidFill>
                <a:highlight>
                  <a:srgbClr val="CFD8DC"/>
                </a:highlight>
                <a:latin typeface="Roboto Mono"/>
                <a:ea typeface="Roboto Mono"/>
                <a:cs typeface="Roboto Mono"/>
                <a:sym typeface="Roboto Mono"/>
              </a:rPr>
              <a:t>git merge &lt;branch name&gt;</a:t>
            </a:r>
            <a:br>
              <a:rPr lang="en" sz="900" b="0" i="0" u="none" strike="noStrike" cap="none" dirty="0">
                <a:solidFill>
                  <a:srgbClr val="212234"/>
                </a:solidFill>
                <a:highlight>
                  <a:srgbClr val="CFD8DC"/>
                </a:highlight>
                <a:latin typeface="Roboto Mono"/>
                <a:ea typeface="Roboto Mono"/>
                <a:cs typeface="Roboto Mono"/>
                <a:sym typeface="Roboto Mono"/>
              </a:rPr>
            </a:br>
            <a:endParaRPr sz="1000" b="1" i="0" u="none" strike="noStrike" cap="none" dirty="0">
              <a:solidFill>
                <a:srgbClr val="212234"/>
              </a:solidFill>
              <a:highlight>
                <a:srgbClr val="FFFFFF"/>
              </a:highlight>
              <a:latin typeface="Arial"/>
              <a:ea typeface="Arial"/>
              <a:cs typeface="Arial"/>
              <a:sym typeface="Arial"/>
            </a:endParaRPr>
          </a:p>
        </p:txBody>
      </p:sp>
      <p:sp>
        <p:nvSpPr>
          <p:cNvPr id="349" name="Google Shape;349;p51"/>
          <p:cNvSpPr txBox="1"/>
          <p:nvPr/>
        </p:nvSpPr>
        <p:spPr>
          <a:xfrm>
            <a:off x="344575" y="344550"/>
            <a:ext cx="668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chemeClr val="accent1"/>
                </a:solidFill>
                <a:latin typeface="Roboto Slab"/>
                <a:ea typeface="Roboto Slab"/>
                <a:cs typeface="Roboto Slab"/>
                <a:sym typeface="Roboto Slab"/>
              </a:rPr>
              <a:t>Branches</a:t>
            </a:r>
            <a:endParaRPr sz="2400" b="1" i="0" u="none" strike="noStrike" cap="none">
              <a:solidFill>
                <a:schemeClr val="accent1"/>
              </a:solidFill>
              <a:latin typeface="Roboto Slab"/>
              <a:ea typeface="Roboto Slab"/>
              <a:cs typeface="Roboto Slab"/>
              <a:sym typeface="Roboto Slab"/>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66"/>
          <p:cNvSpPr txBox="1">
            <a:spLocks noGrp="1"/>
          </p:cNvSpPr>
          <p:nvPr>
            <p:ph type="ctrTitle" idx="4294967295"/>
          </p:nvPr>
        </p:nvSpPr>
        <p:spPr>
          <a:xfrm>
            <a:off x="685800" y="516542"/>
            <a:ext cx="7772400" cy="1159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accent1"/>
              </a:buClr>
              <a:buSzPts val="2000"/>
              <a:buFont typeface="Roboto Slab"/>
              <a:buNone/>
            </a:pPr>
            <a:r>
              <a:rPr lang="en" sz="6000" b="1" i="0" u="none" strike="noStrike" cap="none" dirty="0">
                <a:solidFill>
                  <a:schemeClr val="accent1"/>
                </a:solidFill>
                <a:latin typeface="Arial" panose="020B0604020202020204" pitchFamily="34" charset="0"/>
                <a:ea typeface="Roboto Slab"/>
                <a:cs typeface="Arial" panose="020B0604020202020204" pitchFamily="34" charset="0"/>
                <a:sym typeface="Roboto Slab"/>
              </a:rPr>
              <a:t>Thanks!</a:t>
            </a:r>
            <a:endParaRPr sz="6000" b="1" i="0" u="none" strike="noStrike" cap="none" dirty="0">
              <a:solidFill>
                <a:schemeClr val="accent1"/>
              </a:solidFill>
              <a:latin typeface="Arial" panose="020B0604020202020204" pitchFamily="34" charset="0"/>
              <a:ea typeface="Roboto Slab"/>
              <a:cs typeface="Arial" panose="020B0604020202020204" pitchFamily="34" charset="0"/>
              <a:sym typeface="Roboto Slab"/>
            </a:endParaRPr>
          </a:p>
        </p:txBody>
      </p:sp>
      <p:sp>
        <p:nvSpPr>
          <p:cNvPr id="477" name="Google Shape;477;p66"/>
          <p:cNvSpPr txBox="1">
            <a:spLocks noGrp="1"/>
          </p:cNvSpPr>
          <p:nvPr>
            <p:ph type="subTitle" idx="4294967295"/>
          </p:nvPr>
        </p:nvSpPr>
        <p:spPr>
          <a:xfrm>
            <a:off x="685800" y="1639913"/>
            <a:ext cx="6593700" cy="78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chemeClr val="accent4"/>
              </a:buClr>
              <a:buSzPts val="3000"/>
              <a:buFont typeface="Source Sans Pro"/>
              <a:buNone/>
            </a:pPr>
            <a:r>
              <a:rPr lang="en" sz="3600" b="1" i="0" u="none" strike="noStrike" cap="none" dirty="0">
                <a:solidFill>
                  <a:schemeClr val="dk1"/>
                </a:solidFill>
                <a:latin typeface="Arial" panose="020B0604020202020204" pitchFamily="34" charset="0"/>
                <a:ea typeface="Source Sans Pro"/>
                <a:cs typeface="Arial" panose="020B0604020202020204" pitchFamily="34" charset="0"/>
                <a:sym typeface="Source Sans Pro"/>
              </a:rPr>
              <a:t>Any questions?</a:t>
            </a:r>
            <a:endParaRPr sz="3600" b="1" i="0" u="none" strike="noStrike" cap="none" dirty="0">
              <a:solidFill>
                <a:schemeClr val="dk1"/>
              </a:solidFill>
              <a:latin typeface="Arial" panose="020B0604020202020204" pitchFamily="34" charset="0"/>
              <a:ea typeface="Source Sans Pro"/>
              <a:cs typeface="Arial" panose="020B0604020202020204" pitchFamily="34" charset="0"/>
              <a:sym typeface="Source Sans Pro"/>
            </a:endParaRPr>
          </a:p>
        </p:txBody>
      </p:sp>
      <p:sp>
        <p:nvSpPr>
          <p:cNvPr id="478" name="Google Shape;478;p66"/>
          <p:cNvSpPr txBox="1">
            <a:spLocks noGrp="1"/>
          </p:cNvSpPr>
          <p:nvPr>
            <p:ph type="body" idx="4294967295"/>
          </p:nvPr>
        </p:nvSpPr>
        <p:spPr>
          <a:xfrm>
            <a:off x="685800" y="2464400"/>
            <a:ext cx="6209400" cy="2461500"/>
          </a:xfrm>
          <a:prstGeom prst="rect">
            <a:avLst/>
          </a:prstGeom>
          <a:noFill/>
          <a:ln>
            <a:noFill/>
          </a:ln>
        </p:spPr>
        <p:txBody>
          <a:bodyPr spcFirstLastPara="1" wrap="square" lIns="91425" tIns="91425" rIns="91425" bIns="91425" anchor="t" anchorCtr="0">
            <a:noAutofit/>
          </a:bodyPr>
          <a:lstStyle/>
          <a:p>
            <a:pPr marL="0" indent="0">
              <a:buNone/>
            </a:pPr>
            <a:r>
              <a:rPr lang="en" dirty="0">
                <a:latin typeface="Arial" panose="020B0604020202020204" pitchFamily="34" charset="0"/>
                <a:cs typeface="Arial" panose="020B0604020202020204" pitchFamily="34" charset="0"/>
              </a:rPr>
              <a:t>You can find me </a:t>
            </a:r>
            <a:r>
              <a:rPr lang="en-US" sz="3200">
                <a:latin typeface="Arial" panose="020B0604020202020204" pitchFamily="34" charset="0"/>
                <a:cs typeface="Arial" panose="020B0604020202020204" pitchFamily="34" charset="0"/>
              </a:rPr>
              <a:t>@</a:t>
            </a:r>
            <a:endParaRPr lang="en-US" sz="3200" dirty="0">
              <a:latin typeface="Arial" panose="020B0604020202020204" pitchFamily="34" charset="0"/>
              <a:cs typeface="Arial" panose="020B0604020202020204" pitchFamily="34" charset="0"/>
            </a:endParaRPr>
          </a:p>
        </p:txBody>
      </p:sp>
      <p:sp>
        <p:nvSpPr>
          <p:cNvPr id="479" name="Google Shape;479;p66"/>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
              <a:t>40</a:t>
            </a:fld>
            <a:endParaRPr/>
          </a:p>
        </p:txBody>
      </p:sp>
    </p:spTree>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574</TotalTime>
  <Words>1480</Words>
  <Application>Microsoft Office PowerPoint</Application>
  <PresentationFormat>On-screen Show (16:9)</PresentationFormat>
  <Paragraphs>231</Paragraphs>
  <Slides>40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Roboto Mono Light</vt:lpstr>
      <vt:lpstr>Roboto Slab</vt:lpstr>
      <vt:lpstr>Roboto</vt:lpstr>
      <vt:lpstr>Roboto Mono</vt:lpstr>
      <vt:lpstr>Arial</vt:lpstr>
      <vt:lpstr>Source Sans Pro</vt:lpstr>
      <vt:lpstr>Wingdings</vt:lpstr>
      <vt:lpstr>Georgia</vt:lpstr>
      <vt:lpstr>Cordelia template</vt:lpstr>
      <vt:lpstr>Welcome!</vt:lpstr>
      <vt:lpstr>Introduction to Programming </vt:lpstr>
      <vt:lpstr>PowerPoint Presentation</vt:lpstr>
      <vt:lpstr>Print Statement</vt:lpstr>
      <vt:lpstr>Variables and Data Types</vt:lpstr>
      <vt:lpstr>Conditional Statements</vt:lpstr>
      <vt:lpstr>Repetitive Tasks</vt:lpstr>
      <vt:lpstr>Reusability</vt:lpstr>
      <vt:lpstr>Classification</vt:lpstr>
      <vt:lpstr>Introduction to Python </vt:lpstr>
      <vt:lpstr>Basic Syntax</vt:lpstr>
      <vt:lpstr>Variables and Data Types</vt:lpstr>
      <vt:lpstr>Operators</vt:lpstr>
      <vt:lpstr>Control Flow</vt:lpstr>
      <vt:lpstr>Data Structures (Strings)</vt:lpstr>
      <vt:lpstr>Loops</vt:lpstr>
      <vt:lpstr>Data Structures (Lists)</vt:lpstr>
      <vt:lpstr>Data Structures (Dictionaries)</vt:lpstr>
      <vt:lpstr>Data Structures (Tuples)</vt:lpstr>
      <vt:lpstr>Data Structures (Sets)</vt:lpstr>
      <vt:lpstr>Functions</vt:lpstr>
      <vt:lpstr>Lambda Functions</vt:lpstr>
      <vt:lpstr>Exception Handling</vt:lpstr>
      <vt:lpstr>File Handling</vt:lpstr>
      <vt:lpstr>Modules and Packages</vt:lpstr>
      <vt:lpstr>What is git?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Zain</dc:creator>
  <cp:lastModifiedBy>Waqar</cp:lastModifiedBy>
  <cp:revision>89</cp:revision>
  <dcterms:modified xsi:type="dcterms:W3CDTF">2026-01-30T19:44:51Z</dcterms:modified>
</cp:coreProperties>
</file>